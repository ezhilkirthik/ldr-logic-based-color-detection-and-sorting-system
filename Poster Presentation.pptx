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50" r:id="rId2"/>
    <p:sldMasterId id="2147483651" r:id="rId3"/>
  </p:sldMasterIdLst>
  <p:notesMasterIdLst>
    <p:notesMasterId r:id="rId5"/>
  </p:notesMasterIdLst>
  <p:sldIdLst>
    <p:sldId id="256" r:id="rId4"/>
  </p:sldIdLst>
  <p:sldSz cx="21383625" cy="30311725"/>
  <p:notesSz cx="6858000" cy="9144000"/>
  <p:defaultTextStyle>
    <a:defPPr>
      <a:defRPr lang="en-US"/>
    </a:defPPr>
    <a:lvl1pPr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1pPr>
    <a:lvl2pPr marL="321389" indent="134848"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2pPr>
    <a:lvl3pPr marL="645026" indent="267450"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3pPr>
    <a:lvl4pPr marL="968662" indent="402299"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4pPr>
    <a:lvl5pPr marL="1292299" indent="534899" algn="l" rtl="0" eaLnBrk="0" fontAlgn="base" hangingPunct="0">
      <a:spcBef>
        <a:spcPct val="0"/>
      </a:spcBef>
      <a:spcAft>
        <a:spcPct val="0"/>
      </a:spcAft>
      <a:defRPr sz="1699" kern="1200">
        <a:solidFill>
          <a:schemeClr val="tx1"/>
        </a:solidFill>
        <a:latin typeface="Arial Narrow" panose="020B0604020202020204" pitchFamily="34" charset="0"/>
        <a:ea typeface="MS PGothic" panose="020B0600070205080204" pitchFamily="34" charset="-128"/>
        <a:cs typeface="+mn-cs"/>
      </a:defRPr>
    </a:lvl5pPr>
    <a:lvl6pPr marL="3236363"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6pPr>
    <a:lvl7pPr marL="3883635"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7pPr>
    <a:lvl8pPr marL="4530908"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8pPr>
    <a:lvl9pPr marL="5178180" algn="l" defTabSz="1294545" rtl="0" eaLnBrk="1" latinLnBrk="0" hangingPunct="1">
      <a:defRPr sz="1699" kern="1200">
        <a:solidFill>
          <a:schemeClr val="tx1"/>
        </a:solidFill>
        <a:latin typeface="Arial Narrow"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4081" userDrawn="1">
          <p15:clr>
            <a:srgbClr val="A4A3A4"/>
          </p15:clr>
        </p15:guide>
        <p15:guide id="2" orient="horz" pos="17227" userDrawn="1">
          <p15:clr>
            <a:srgbClr val="A4A3A4"/>
          </p15:clr>
        </p15:guide>
        <p15:guide id="3" pos="-932" userDrawn="1">
          <p15:clr>
            <a:srgbClr val="A4A3A4"/>
          </p15:clr>
        </p15:guide>
        <p15:guide id="4" pos="4036" userDrawn="1">
          <p15:clr>
            <a:srgbClr val="A4A3A4"/>
          </p15:clr>
        </p15:guide>
        <p15:guide id="5" pos="4258" userDrawn="1">
          <p15:clr>
            <a:srgbClr val="A4A3A4"/>
          </p15:clr>
        </p15:guide>
        <p15:guide id="6" pos="14376" userDrawn="1">
          <p15:clr>
            <a:srgbClr val="A4A3A4"/>
          </p15:clr>
        </p15:guide>
        <p15:guide id="7" pos="9188" userDrawn="1">
          <p15:clr>
            <a:srgbClr val="A4A3A4"/>
          </p15:clr>
        </p15:guide>
        <p15:guide id="8" pos="94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A46"/>
    <a:srgbClr val="00EE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2112" y="-1138"/>
      </p:cViewPr>
      <p:guideLst>
        <p:guide orient="horz" pos="4081"/>
        <p:guide orient="horz" pos="17227"/>
        <p:guide pos="-932"/>
        <p:guide pos="4036"/>
        <p:guide pos="4258"/>
        <p:guide pos="14376"/>
        <p:guide pos="9188"/>
        <p:guide pos="944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19AC62C1-B279-96E4-6CFC-EE95CDA61CC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150531" name="Rectangle 3">
            <a:extLst>
              <a:ext uri="{FF2B5EF4-FFF2-40B4-BE49-F238E27FC236}">
                <a16:creationId xmlns:a16="http://schemas.microsoft.com/office/drawing/2014/main" id="{600407FE-633E-8C93-5482-C02893625AB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4100" name="Rectangle 4">
            <a:extLst>
              <a:ext uri="{FF2B5EF4-FFF2-40B4-BE49-F238E27FC236}">
                <a16:creationId xmlns:a16="http://schemas.microsoft.com/office/drawing/2014/main" id="{12622B38-C8B2-6157-AA74-40FF5FB5131E}"/>
              </a:ext>
            </a:extLst>
          </p:cNvPr>
          <p:cNvSpPr>
            <a:spLocks noGrp="1" noRot="1" noChangeAspect="1" noChangeArrowheads="1" noTextEdit="1"/>
          </p:cNvSpPr>
          <p:nvPr>
            <p:ph type="sldImg" idx="2"/>
          </p:nvPr>
        </p:nvSpPr>
        <p:spPr bwMode="auto">
          <a:xfrm>
            <a:off x="2219325" y="685800"/>
            <a:ext cx="241935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0533" name="Rectangle 5">
            <a:extLst>
              <a:ext uri="{FF2B5EF4-FFF2-40B4-BE49-F238E27FC236}">
                <a16:creationId xmlns:a16="http://schemas.microsoft.com/office/drawing/2014/main" id="{CF2FCE9C-29B2-D135-E78E-318200A6546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a:extLst>
              <a:ext uri="{FF2B5EF4-FFF2-40B4-BE49-F238E27FC236}">
                <a16:creationId xmlns:a16="http://schemas.microsoft.com/office/drawing/2014/main" id="{0F74C179-568F-D1A6-FC14-38A980EA48F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150535" name="Rectangle 7">
            <a:extLst>
              <a:ext uri="{FF2B5EF4-FFF2-40B4-BE49-F238E27FC236}">
                <a16:creationId xmlns:a16="http://schemas.microsoft.com/office/drawing/2014/main" id="{28885096-0642-E50C-B7A6-A54E7C6E320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atin typeface="Arial" panose="020B0604020202020204" pitchFamily="34" charset="0"/>
              </a:defRPr>
            </a:lvl1pPr>
          </a:lstStyle>
          <a:p>
            <a:pPr>
              <a:defRPr/>
            </a:pPr>
            <a:fld id="{BDF215D1-EC54-9E40-A261-20CCBAC4099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charset="-128"/>
      </a:defRPr>
    </a:lvl1pPr>
    <a:lvl2pPr marL="321389"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2pPr>
    <a:lvl3pPr marL="645026"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3pPr>
    <a:lvl4pPr marL="968662"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4pPr>
    <a:lvl5pPr marL="1292299" algn="l" rtl="0" eaLnBrk="0" fontAlgn="base" hangingPunct="0">
      <a:spcBef>
        <a:spcPct val="30000"/>
      </a:spcBef>
      <a:spcAft>
        <a:spcPct val="0"/>
      </a:spcAft>
      <a:defRPr sz="849" kern="1200">
        <a:solidFill>
          <a:schemeClr val="tx1"/>
        </a:solidFill>
        <a:latin typeface="Arial" charset="0"/>
        <a:ea typeface="MS PGothic" pitchFamily="34" charset="-128"/>
        <a:cs typeface="ＭＳ Ｐゴシック"/>
      </a:defRPr>
    </a:lvl5pPr>
    <a:lvl6pPr marL="1616549" algn="l" defTabSz="323310" rtl="0" eaLnBrk="1" latinLnBrk="0" hangingPunct="1">
      <a:defRPr sz="849" kern="1200">
        <a:solidFill>
          <a:schemeClr val="tx1"/>
        </a:solidFill>
        <a:latin typeface="+mn-lt"/>
        <a:ea typeface="+mn-ea"/>
        <a:cs typeface="+mn-cs"/>
      </a:defRPr>
    </a:lvl6pPr>
    <a:lvl7pPr marL="1939858" algn="l" defTabSz="323310" rtl="0" eaLnBrk="1" latinLnBrk="0" hangingPunct="1">
      <a:defRPr sz="849" kern="1200">
        <a:solidFill>
          <a:schemeClr val="tx1"/>
        </a:solidFill>
        <a:latin typeface="+mn-lt"/>
        <a:ea typeface="+mn-ea"/>
        <a:cs typeface="+mn-cs"/>
      </a:defRPr>
    </a:lvl7pPr>
    <a:lvl8pPr marL="2263169" algn="l" defTabSz="323310" rtl="0" eaLnBrk="1" latinLnBrk="0" hangingPunct="1">
      <a:defRPr sz="849" kern="1200">
        <a:solidFill>
          <a:schemeClr val="tx1"/>
        </a:solidFill>
        <a:latin typeface="+mn-lt"/>
        <a:ea typeface="+mn-ea"/>
        <a:cs typeface="+mn-cs"/>
      </a:defRPr>
    </a:lvl8pPr>
    <a:lvl9pPr marL="2586478" algn="l" defTabSz="323310" rtl="0" eaLnBrk="1" latinLnBrk="0" hangingPunct="1">
      <a:defRPr sz="84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CC2A45F-CA98-8895-F89A-CA3ECF8F53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6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6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6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6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600">
                <a:solidFill>
                  <a:schemeClr val="tx1"/>
                </a:solidFill>
                <a:latin typeface="Arial" panose="020B0604020202020204" pitchFamily="34" charset="0"/>
                <a:ea typeface="MS PGothic" panose="020B0600070205080204" pitchFamily="34" charset="-128"/>
              </a:defRPr>
            </a:lvl9pPr>
          </a:lstStyle>
          <a:p>
            <a:pPr>
              <a:spcBef>
                <a:spcPct val="0"/>
              </a:spcBef>
            </a:pPr>
            <a:fld id="{439B15BC-33AC-784E-BEF0-AC280F674D0B}" type="slidenum">
              <a:rPr lang="en-US" altLang="en-US" sz="1200" smtClean="0"/>
              <a:pPr>
                <a:spcBef>
                  <a:spcPct val="0"/>
                </a:spcBef>
              </a:pPr>
              <a:t>1</a:t>
            </a:fld>
            <a:endParaRPr lang="en-US" altLang="en-US" sz="1200"/>
          </a:p>
        </p:txBody>
      </p:sp>
      <p:sp>
        <p:nvSpPr>
          <p:cNvPr id="6147" name="Rectangle 2">
            <a:extLst>
              <a:ext uri="{FF2B5EF4-FFF2-40B4-BE49-F238E27FC236}">
                <a16:creationId xmlns:a16="http://schemas.microsoft.com/office/drawing/2014/main" id="{30C7781C-BB7A-3B56-27B0-AC1ACAFE0F74}"/>
              </a:ext>
            </a:extLst>
          </p:cNvPr>
          <p:cNvSpPr>
            <a:spLocks noGrp="1" noRot="1" noChangeAspect="1" noChangeArrowheads="1" noTextEdit="1"/>
          </p:cNvSpPr>
          <p:nvPr>
            <p:ph type="sldImg"/>
          </p:nvPr>
        </p:nvSpPr>
        <p:spPr>
          <a:xfrm>
            <a:off x="2219325" y="685800"/>
            <a:ext cx="2419350" cy="3429000"/>
          </a:xfrm>
          <a:ln/>
        </p:spPr>
        <p:txBody>
          <a:bodyPr/>
          <a:lstStyle/>
          <a:p>
            <a:endParaRPr lang="en-US"/>
          </a:p>
        </p:txBody>
      </p:sp>
      <p:sp>
        <p:nvSpPr>
          <p:cNvPr id="6148" name="Rectangle 3">
            <a:extLst>
              <a:ext uri="{FF2B5EF4-FFF2-40B4-BE49-F238E27FC236}">
                <a16:creationId xmlns:a16="http://schemas.microsoft.com/office/drawing/2014/main" id="{47B684FF-E8DF-F369-3839-C02ED9CA30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988" y="9416860"/>
            <a:ext cx="18175657" cy="6496229"/>
          </a:xfrm>
        </p:spPr>
        <p:txBody>
          <a:bodyPr/>
          <a:lstStyle/>
          <a:p>
            <a:r>
              <a:rPr lang="en-US"/>
              <a:t>Click to edit Master title style</a:t>
            </a:r>
            <a:endParaRPr lang="en-GB"/>
          </a:p>
        </p:txBody>
      </p:sp>
      <p:sp>
        <p:nvSpPr>
          <p:cNvPr id="3" name="Subtitle 2"/>
          <p:cNvSpPr>
            <a:spLocks noGrp="1"/>
          </p:cNvSpPr>
          <p:nvPr>
            <p:ph type="subTitle" idx="1"/>
          </p:nvPr>
        </p:nvSpPr>
        <p:spPr>
          <a:xfrm>
            <a:off x="3207969" y="17176244"/>
            <a:ext cx="14967690" cy="7747353"/>
          </a:xfrm>
        </p:spPr>
        <p:txBody>
          <a:bodyPr/>
          <a:lstStyle>
            <a:lvl1pPr marL="0" indent="0" algn="ctr">
              <a:buNone/>
              <a:defRPr/>
            </a:lvl1pPr>
            <a:lvl2pPr marL="322821" indent="0" algn="ctr">
              <a:buNone/>
              <a:defRPr/>
            </a:lvl2pPr>
            <a:lvl3pPr marL="645639" indent="0" algn="ctr">
              <a:buNone/>
              <a:defRPr/>
            </a:lvl3pPr>
            <a:lvl4pPr marL="968461" indent="0" algn="ctr">
              <a:buNone/>
              <a:defRPr/>
            </a:lvl4pPr>
            <a:lvl5pPr marL="1291282" indent="0" algn="ctr">
              <a:buNone/>
              <a:defRPr/>
            </a:lvl5pPr>
            <a:lvl6pPr marL="1614102" indent="0" algn="ctr">
              <a:buNone/>
              <a:defRPr/>
            </a:lvl6pPr>
            <a:lvl7pPr marL="1936922" indent="0" algn="ctr">
              <a:buNone/>
              <a:defRPr/>
            </a:lvl7pPr>
            <a:lvl8pPr marL="2259743" indent="0" algn="ctr">
              <a:buNone/>
              <a:defRPr/>
            </a:lvl8pPr>
            <a:lvl9pPr marL="2582563"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52158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1245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8851" y="19477994"/>
            <a:ext cx="18176600" cy="6020374"/>
          </a:xfrm>
        </p:spPr>
        <p:txBody>
          <a:bodyPr anchor="t"/>
          <a:lstStyle>
            <a:lvl1pPr algn="l">
              <a:defRPr sz="2827" b="1" cap="all"/>
            </a:lvl1pPr>
          </a:lstStyle>
          <a:p>
            <a:r>
              <a:rPr lang="en-US"/>
              <a:t>Click to edit Master title style</a:t>
            </a:r>
            <a:endParaRPr lang="en-GB"/>
          </a:p>
        </p:txBody>
      </p:sp>
      <p:sp>
        <p:nvSpPr>
          <p:cNvPr id="3" name="Text Placeholder 2"/>
          <p:cNvSpPr>
            <a:spLocks noGrp="1"/>
          </p:cNvSpPr>
          <p:nvPr>
            <p:ph type="body" idx="1"/>
          </p:nvPr>
        </p:nvSpPr>
        <p:spPr>
          <a:xfrm>
            <a:off x="1688851" y="12846764"/>
            <a:ext cx="18176600" cy="6631234"/>
          </a:xfrm>
        </p:spPr>
        <p:txBody>
          <a:bodyPr anchor="b"/>
          <a:lstStyle>
            <a:lvl1pPr marL="0" indent="0">
              <a:buNone/>
              <a:defRPr sz="1413"/>
            </a:lvl1pPr>
            <a:lvl2pPr marL="322821" indent="0">
              <a:buNone/>
              <a:defRPr sz="1272"/>
            </a:lvl2pPr>
            <a:lvl3pPr marL="645639" indent="0">
              <a:buNone/>
              <a:defRPr sz="1131"/>
            </a:lvl3pPr>
            <a:lvl4pPr marL="968461" indent="0">
              <a:buNone/>
              <a:defRPr sz="990"/>
            </a:lvl4pPr>
            <a:lvl5pPr marL="1291282" indent="0">
              <a:buNone/>
              <a:defRPr sz="990"/>
            </a:lvl5pPr>
            <a:lvl6pPr marL="1614102" indent="0">
              <a:buNone/>
              <a:defRPr sz="990"/>
            </a:lvl6pPr>
            <a:lvl7pPr marL="1936922" indent="0">
              <a:buNone/>
              <a:defRPr sz="990"/>
            </a:lvl7pPr>
            <a:lvl8pPr marL="2259743" indent="0">
              <a:buNone/>
              <a:defRPr sz="990"/>
            </a:lvl8pPr>
            <a:lvl9pPr marL="2582563" indent="0">
              <a:buNone/>
              <a:defRPr sz="990"/>
            </a:lvl9pPr>
          </a:lstStyle>
          <a:p>
            <a:pPr lvl="0"/>
            <a:r>
              <a:rPr lang="en-US"/>
              <a:t>Click to edit Master text styles</a:t>
            </a:r>
          </a:p>
        </p:txBody>
      </p:sp>
    </p:spTree>
    <p:extLst>
      <p:ext uri="{BB962C8B-B14F-4D97-AF65-F5344CB8AC3E}">
        <p14:creationId xmlns:p14="http://schemas.microsoft.com/office/powerpoint/2010/main" val="344639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67714" y="4416371"/>
            <a:ext cx="3240028" cy="25232368"/>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3798267" y="4416371"/>
            <a:ext cx="3240972" cy="25232368"/>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3007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325" y="1213698"/>
            <a:ext cx="19244979" cy="5052622"/>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069324" y="6784951"/>
            <a:ext cx="9447570"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4" name="Content Placeholder 3"/>
          <p:cNvSpPr>
            <a:spLocks noGrp="1"/>
          </p:cNvSpPr>
          <p:nvPr>
            <p:ph sz="half" idx="2"/>
          </p:nvPr>
        </p:nvSpPr>
        <p:spPr>
          <a:xfrm>
            <a:off x="1069324" y="9613350"/>
            <a:ext cx="9447570"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0862961" y="6784951"/>
            <a:ext cx="9451342"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6" name="Content Placeholder 5"/>
          <p:cNvSpPr>
            <a:spLocks noGrp="1"/>
          </p:cNvSpPr>
          <p:nvPr>
            <p:ph sz="quarter" idx="4"/>
          </p:nvPr>
        </p:nvSpPr>
        <p:spPr>
          <a:xfrm>
            <a:off x="10862961" y="9613350"/>
            <a:ext cx="9451342"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84921614"/>
      </p:ext>
    </p:extLst>
  </p:cSld>
  <p:clrMapOvr>
    <a:masterClrMapping/>
  </p:clrMapOvr>
  <p:extLst>
    <p:ext uri="{DCECCB84-F9BA-43D5-87BE-67443E8EF086}">
      <p15:sldGuideLst xmlns:p15="http://schemas.microsoft.com/office/powerpoint/2012/main">
        <p15:guide id="1" orient="horz" pos="9547" userDrawn="1">
          <p15:clr>
            <a:srgbClr val="FBAE40"/>
          </p15:clr>
        </p15:guide>
        <p15:guide id="2" pos="673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3732379"/>
      </p:ext>
    </p:extLst>
  </p:cSld>
  <p:clrMapOvr>
    <a:masterClrMapping/>
  </p:clrMapOvr>
  <p:extLst>
    <p:ext uri="{DCECCB84-F9BA-43D5-87BE-67443E8EF086}">
      <p15:sldGuideLst xmlns:p15="http://schemas.microsoft.com/office/powerpoint/2012/main">
        <p15:guide id="1" orient="horz" pos="9547" userDrawn="1">
          <p15:clr>
            <a:srgbClr val="FBAE40"/>
          </p15:clr>
        </p15:guide>
        <p15:guide id="2" pos="6735"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93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22" y="1207017"/>
            <a:ext cx="7034522" cy="5135495"/>
          </a:xfrm>
        </p:spPr>
        <p:txBody>
          <a:bodyPr anchor="b"/>
          <a:lstStyle>
            <a:lvl1pPr algn="l">
              <a:defRPr sz="1413" b="1"/>
            </a:lvl1pPr>
          </a:lstStyle>
          <a:p>
            <a:r>
              <a:rPr lang="en-US"/>
              <a:t>Click to edit Master title style</a:t>
            </a:r>
            <a:endParaRPr lang="en-GB"/>
          </a:p>
        </p:txBody>
      </p:sp>
      <p:sp>
        <p:nvSpPr>
          <p:cNvPr id="3" name="Content Placeholder 2"/>
          <p:cNvSpPr>
            <a:spLocks noGrp="1"/>
          </p:cNvSpPr>
          <p:nvPr>
            <p:ph idx="1"/>
          </p:nvPr>
        </p:nvSpPr>
        <p:spPr>
          <a:xfrm>
            <a:off x="8360332" y="1207018"/>
            <a:ext cx="11953972" cy="25869962"/>
          </a:xfrm>
        </p:spPr>
        <p:txBody>
          <a:bodyPr/>
          <a:lstStyle>
            <a:lvl1pPr>
              <a:defRPr sz="2262"/>
            </a:lvl1pPr>
            <a:lvl2pPr>
              <a:defRPr sz="1979"/>
            </a:lvl2pPr>
            <a:lvl3pPr>
              <a:defRPr sz="1697"/>
            </a:lvl3pPr>
            <a:lvl4pPr>
              <a:defRPr sz="1413"/>
            </a:lvl4pPr>
            <a:lvl5pPr>
              <a:defRPr sz="1413"/>
            </a:lvl5pPr>
            <a:lvl6pPr>
              <a:defRPr sz="1413"/>
            </a:lvl6pPr>
            <a:lvl7pPr>
              <a:defRPr sz="1413"/>
            </a:lvl7pPr>
            <a:lvl8pPr>
              <a:defRPr sz="1413"/>
            </a:lvl8pPr>
            <a:lvl9pPr>
              <a:defRPr sz="14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069322" y="6342514"/>
            <a:ext cx="7034522" cy="2073446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2733402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483" y="21218346"/>
            <a:ext cx="12829987" cy="2504924"/>
          </a:xfrm>
        </p:spPr>
        <p:txBody>
          <a:bodyPr anchor="b"/>
          <a:lstStyle>
            <a:lvl1pPr algn="l">
              <a:defRPr sz="1413" b="1"/>
            </a:lvl1pPr>
          </a:lstStyle>
          <a:p>
            <a:r>
              <a:rPr lang="en-US"/>
              <a:t>Click to edit Master title style</a:t>
            </a:r>
            <a:endParaRPr lang="en-GB"/>
          </a:p>
        </p:txBody>
      </p:sp>
      <p:sp>
        <p:nvSpPr>
          <p:cNvPr id="3" name="Picture Placeholder 2"/>
          <p:cNvSpPr>
            <a:spLocks noGrp="1"/>
          </p:cNvSpPr>
          <p:nvPr>
            <p:ph type="pic" idx="1"/>
          </p:nvPr>
        </p:nvSpPr>
        <p:spPr>
          <a:xfrm>
            <a:off x="4191483" y="2708103"/>
            <a:ext cx="12829987" cy="18186767"/>
          </a:xfrm>
        </p:spPr>
        <p:txBody>
          <a:bodyPr/>
          <a:lstStyle>
            <a:lvl1pPr marL="0" indent="0">
              <a:buNone/>
              <a:defRPr sz="2262"/>
            </a:lvl1pPr>
            <a:lvl2pPr marL="322821" indent="0">
              <a:buNone/>
              <a:defRPr sz="1979"/>
            </a:lvl2pPr>
            <a:lvl3pPr marL="645639" indent="0">
              <a:buNone/>
              <a:defRPr sz="1697"/>
            </a:lvl3pPr>
            <a:lvl4pPr marL="968461" indent="0">
              <a:buNone/>
              <a:defRPr sz="1413"/>
            </a:lvl4pPr>
            <a:lvl5pPr marL="1291282" indent="0">
              <a:buNone/>
              <a:defRPr sz="1413"/>
            </a:lvl5pPr>
            <a:lvl6pPr marL="1614102" indent="0">
              <a:buNone/>
              <a:defRPr sz="1413"/>
            </a:lvl6pPr>
            <a:lvl7pPr marL="1936922" indent="0">
              <a:buNone/>
              <a:defRPr sz="1413"/>
            </a:lvl7pPr>
            <a:lvl8pPr marL="2259743" indent="0">
              <a:buNone/>
              <a:defRPr sz="1413"/>
            </a:lvl8pPr>
            <a:lvl9pPr marL="2582563" indent="0">
              <a:buNone/>
              <a:defRPr sz="1413"/>
            </a:lvl9pPr>
          </a:lstStyle>
          <a:p>
            <a:pPr lvl="0"/>
            <a:endParaRPr lang="en-GB" noProof="0"/>
          </a:p>
        </p:txBody>
      </p:sp>
      <p:sp>
        <p:nvSpPr>
          <p:cNvPr id="4" name="Text Placeholder 3"/>
          <p:cNvSpPr>
            <a:spLocks noGrp="1"/>
          </p:cNvSpPr>
          <p:nvPr>
            <p:ph type="body" sz="half" idx="2"/>
          </p:nvPr>
        </p:nvSpPr>
        <p:spPr>
          <a:xfrm>
            <a:off x="4191483" y="23723268"/>
            <a:ext cx="12829987" cy="355688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3926032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9442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87127" y="1172264"/>
            <a:ext cx="5106158" cy="2847647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67712" y="1172264"/>
            <a:ext cx="15228890" cy="284764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9511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988" y="9416860"/>
            <a:ext cx="18175657" cy="6496229"/>
          </a:xfrm>
        </p:spPr>
        <p:txBody>
          <a:bodyPr/>
          <a:lstStyle/>
          <a:p>
            <a:r>
              <a:rPr lang="en-US"/>
              <a:t>Click to edit Master title style</a:t>
            </a:r>
            <a:endParaRPr lang="en-GB"/>
          </a:p>
        </p:txBody>
      </p:sp>
      <p:sp>
        <p:nvSpPr>
          <p:cNvPr id="3" name="Subtitle 2"/>
          <p:cNvSpPr>
            <a:spLocks noGrp="1"/>
          </p:cNvSpPr>
          <p:nvPr>
            <p:ph type="subTitle" idx="1"/>
          </p:nvPr>
        </p:nvSpPr>
        <p:spPr>
          <a:xfrm>
            <a:off x="3207969" y="17176244"/>
            <a:ext cx="14967690" cy="7747353"/>
          </a:xfrm>
        </p:spPr>
        <p:txBody>
          <a:bodyPr/>
          <a:lstStyle>
            <a:lvl1pPr marL="0" indent="0" algn="ctr">
              <a:buNone/>
              <a:defRPr/>
            </a:lvl1pPr>
            <a:lvl2pPr marL="322821" indent="0" algn="ctr">
              <a:buNone/>
              <a:defRPr/>
            </a:lvl2pPr>
            <a:lvl3pPr marL="645639" indent="0" algn="ctr">
              <a:buNone/>
              <a:defRPr/>
            </a:lvl3pPr>
            <a:lvl4pPr marL="968461" indent="0" algn="ctr">
              <a:buNone/>
              <a:defRPr/>
            </a:lvl4pPr>
            <a:lvl5pPr marL="1291282" indent="0" algn="ctr">
              <a:buNone/>
              <a:defRPr/>
            </a:lvl5pPr>
            <a:lvl6pPr marL="1614102" indent="0" algn="ctr">
              <a:buNone/>
              <a:defRPr/>
            </a:lvl6pPr>
            <a:lvl7pPr marL="1936922" indent="0" algn="ctr">
              <a:buNone/>
              <a:defRPr/>
            </a:lvl7pPr>
            <a:lvl8pPr marL="2259743" indent="0" algn="ctr">
              <a:buNone/>
              <a:defRPr/>
            </a:lvl8pPr>
            <a:lvl9pPr marL="2582563"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4214435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5545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8851" y="19477994"/>
            <a:ext cx="18176600" cy="6020374"/>
          </a:xfrm>
        </p:spPr>
        <p:txBody>
          <a:bodyPr anchor="t"/>
          <a:lstStyle>
            <a:lvl1pPr algn="l">
              <a:defRPr sz="2827" b="1" cap="all"/>
            </a:lvl1pPr>
          </a:lstStyle>
          <a:p>
            <a:r>
              <a:rPr lang="en-US"/>
              <a:t>Click to edit Master title style</a:t>
            </a:r>
            <a:endParaRPr lang="en-GB"/>
          </a:p>
        </p:txBody>
      </p:sp>
      <p:sp>
        <p:nvSpPr>
          <p:cNvPr id="3" name="Text Placeholder 2"/>
          <p:cNvSpPr>
            <a:spLocks noGrp="1"/>
          </p:cNvSpPr>
          <p:nvPr>
            <p:ph type="body" idx="1"/>
          </p:nvPr>
        </p:nvSpPr>
        <p:spPr>
          <a:xfrm>
            <a:off x="1688851" y="12846764"/>
            <a:ext cx="18176600" cy="6631234"/>
          </a:xfrm>
        </p:spPr>
        <p:txBody>
          <a:bodyPr anchor="b"/>
          <a:lstStyle>
            <a:lvl1pPr marL="0" indent="0">
              <a:buNone/>
              <a:defRPr sz="1413"/>
            </a:lvl1pPr>
            <a:lvl2pPr marL="322821" indent="0">
              <a:buNone/>
              <a:defRPr sz="1272"/>
            </a:lvl2pPr>
            <a:lvl3pPr marL="645639" indent="0">
              <a:buNone/>
              <a:defRPr sz="1131"/>
            </a:lvl3pPr>
            <a:lvl4pPr marL="968461" indent="0">
              <a:buNone/>
              <a:defRPr sz="990"/>
            </a:lvl4pPr>
            <a:lvl5pPr marL="1291282" indent="0">
              <a:buNone/>
              <a:defRPr sz="990"/>
            </a:lvl5pPr>
            <a:lvl6pPr marL="1614102" indent="0">
              <a:buNone/>
              <a:defRPr sz="990"/>
            </a:lvl6pPr>
            <a:lvl7pPr marL="1936922" indent="0">
              <a:buNone/>
              <a:defRPr sz="990"/>
            </a:lvl7pPr>
            <a:lvl8pPr marL="2259743" indent="0">
              <a:buNone/>
              <a:defRPr sz="990"/>
            </a:lvl8pPr>
            <a:lvl9pPr marL="2582563" indent="0">
              <a:buNone/>
              <a:defRPr sz="990"/>
            </a:lvl9pPr>
          </a:lstStyle>
          <a:p>
            <a:pPr lvl="0"/>
            <a:r>
              <a:rPr lang="en-US"/>
              <a:t>Click to edit Master text styles</a:t>
            </a:r>
          </a:p>
        </p:txBody>
      </p:sp>
    </p:spTree>
    <p:extLst>
      <p:ext uri="{BB962C8B-B14F-4D97-AF65-F5344CB8AC3E}">
        <p14:creationId xmlns:p14="http://schemas.microsoft.com/office/powerpoint/2010/main" val="3373654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6395" y="4424389"/>
            <a:ext cx="2383817"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2930737" y="4424389"/>
            <a:ext cx="2384760"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63514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325" y="1213698"/>
            <a:ext cx="19244979" cy="5052622"/>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069324" y="6784951"/>
            <a:ext cx="9447570"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4" name="Content Placeholder 3"/>
          <p:cNvSpPr>
            <a:spLocks noGrp="1"/>
          </p:cNvSpPr>
          <p:nvPr>
            <p:ph sz="half" idx="2"/>
          </p:nvPr>
        </p:nvSpPr>
        <p:spPr>
          <a:xfrm>
            <a:off x="1069324" y="9613350"/>
            <a:ext cx="9447570"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0862961" y="6784951"/>
            <a:ext cx="9451342"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6" name="Content Placeholder 5"/>
          <p:cNvSpPr>
            <a:spLocks noGrp="1"/>
          </p:cNvSpPr>
          <p:nvPr>
            <p:ph sz="quarter" idx="4"/>
          </p:nvPr>
        </p:nvSpPr>
        <p:spPr>
          <a:xfrm>
            <a:off x="10862961" y="9613350"/>
            <a:ext cx="9451342"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6379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08475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8541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22" y="1207017"/>
            <a:ext cx="7034522" cy="5135495"/>
          </a:xfrm>
        </p:spPr>
        <p:txBody>
          <a:bodyPr anchor="b"/>
          <a:lstStyle>
            <a:lvl1pPr algn="l">
              <a:defRPr sz="1413" b="1"/>
            </a:lvl1pPr>
          </a:lstStyle>
          <a:p>
            <a:r>
              <a:rPr lang="en-US"/>
              <a:t>Click to edit Master title style</a:t>
            </a:r>
            <a:endParaRPr lang="en-GB"/>
          </a:p>
        </p:txBody>
      </p:sp>
      <p:sp>
        <p:nvSpPr>
          <p:cNvPr id="3" name="Content Placeholder 2"/>
          <p:cNvSpPr>
            <a:spLocks noGrp="1"/>
          </p:cNvSpPr>
          <p:nvPr>
            <p:ph idx="1"/>
          </p:nvPr>
        </p:nvSpPr>
        <p:spPr>
          <a:xfrm>
            <a:off x="8360332" y="1207018"/>
            <a:ext cx="11953972" cy="25869962"/>
          </a:xfrm>
        </p:spPr>
        <p:txBody>
          <a:bodyPr/>
          <a:lstStyle>
            <a:lvl1pPr>
              <a:defRPr sz="2262"/>
            </a:lvl1pPr>
            <a:lvl2pPr>
              <a:defRPr sz="1979"/>
            </a:lvl2pPr>
            <a:lvl3pPr>
              <a:defRPr sz="1697"/>
            </a:lvl3pPr>
            <a:lvl4pPr>
              <a:defRPr sz="1413"/>
            </a:lvl4pPr>
            <a:lvl5pPr>
              <a:defRPr sz="1413"/>
            </a:lvl5pPr>
            <a:lvl6pPr>
              <a:defRPr sz="1413"/>
            </a:lvl6pPr>
            <a:lvl7pPr>
              <a:defRPr sz="1413"/>
            </a:lvl7pPr>
            <a:lvl8pPr>
              <a:defRPr sz="1413"/>
            </a:lvl8pPr>
            <a:lvl9pPr>
              <a:defRPr sz="14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069322" y="6342514"/>
            <a:ext cx="7034522" cy="2073446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5283903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483" y="21218346"/>
            <a:ext cx="12829987" cy="2504924"/>
          </a:xfrm>
        </p:spPr>
        <p:txBody>
          <a:bodyPr anchor="b"/>
          <a:lstStyle>
            <a:lvl1pPr algn="l">
              <a:defRPr sz="1413" b="1"/>
            </a:lvl1pPr>
          </a:lstStyle>
          <a:p>
            <a:r>
              <a:rPr lang="en-US"/>
              <a:t>Click to edit Master title style</a:t>
            </a:r>
            <a:endParaRPr lang="en-GB"/>
          </a:p>
        </p:txBody>
      </p:sp>
      <p:sp>
        <p:nvSpPr>
          <p:cNvPr id="3" name="Picture Placeholder 2"/>
          <p:cNvSpPr>
            <a:spLocks noGrp="1"/>
          </p:cNvSpPr>
          <p:nvPr>
            <p:ph type="pic" idx="1"/>
          </p:nvPr>
        </p:nvSpPr>
        <p:spPr>
          <a:xfrm>
            <a:off x="4191483" y="2708103"/>
            <a:ext cx="12829987" cy="18186767"/>
          </a:xfrm>
        </p:spPr>
        <p:txBody>
          <a:bodyPr/>
          <a:lstStyle>
            <a:lvl1pPr marL="0" indent="0">
              <a:buNone/>
              <a:defRPr sz="2262"/>
            </a:lvl1pPr>
            <a:lvl2pPr marL="322821" indent="0">
              <a:buNone/>
              <a:defRPr sz="1979"/>
            </a:lvl2pPr>
            <a:lvl3pPr marL="645639" indent="0">
              <a:buNone/>
              <a:defRPr sz="1697"/>
            </a:lvl3pPr>
            <a:lvl4pPr marL="968461" indent="0">
              <a:buNone/>
              <a:defRPr sz="1413"/>
            </a:lvl4pPr>
            <a:lvl5pPr marL="1291282" indent="0">
              <a:buNone/>
              <a:defRPr sz="1413"/>
            </a:lvl5pPr>
            <a:lvl6pPr marL="1614102" indent="0">
              <a:buNone/>
              <a:defRPr sz="1413"/>
            </a:lvl6pPr>
            <a:lvl7pPr marL="1936922" indent="0">
              <a:buNone/>
              <a:defRPr sz="1413"/>
            </a:lvl7pPr>
            <a:lvl8pPr marL="2259743" indent="0">
              <a:buNone/>
              <a:defRPr sz="1413"/>
            </a:lvl8pPr>
            <a:lvl9pPr marL="2582563" indent="0">
              <a:buNone/>
              <a:defRPr sz="1413"/>
            </a:lvl9pPr>
          </a:lstStyle>
          <a:p>
            <a:pPr lvl="0"/>
            <a:endParaRPr lang="en-GB" noProof="0"/>
          </a:p>
        </p:txBody>
      </p:sp>
      <p:sp>
        <p:nvSpPr>
          <p:cNvPr id="4" name="Text Placeholder 3"/>
          <p:cNvSpPr>
            <a:spLocks noGrp="1"/>
          </p:cNvSpPr>
          <p:nvPr>
            <p:ph type="body" sz="half" idx="2"/>
          </p:nvPr>
        </p:nvSpPr>
        <p:spPr>
          <a:xfrm>
            <a:off x="4191483" y="23723268"/>
            <a:ext cx="12829987" cy="355688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35836613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14276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84300" y="1172263"/>
            <a:ext cx="5108986" cy="28480484"/>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6395" y="1172263"/>
            <a:ext cx="15237378" cy="284804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3658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988" y="9416860"/>
            <a:ext cx="18175657" cy="6496229"/>
          </a:xfrm>
        </p:spPr>
        <p:txBody>
          <a:bodyPr/>
          <a:lstStyle/>
          <a:p>
            <a:r>
              <a:rPr lang="en-US"/>
              <a:t>Click to edit Master title style</a:t>
            </a:r>
            <a:endParaRPr lang="en-GB"/>
          </a:p>
        </p:txBody>
      </p:sp>
      <p:sp>
        <p:nvSpPr>
          <p:cNvPr id="3" name="Subtitle 2"/>
          <p:cNvSpPr>
            <a:spLocks noGrp="1"/>
          </p:cNvSpPr>
          <p:nvPr>
            <p:ph type="subTitle" idx="1"/>
          </p:nvPr>
        </p:nvSpPr>
        <p:spPr>
          <a:xfrm>
            <a:off x="3207969" y="17176244"/>
            <a:ext cx="14967690" cy="7747353"/>
          </a:xfrm>
        </p:spPr>
        <p:txBody>
          <a:bodyPr/>
          <a:lstStyle>
            <a:lvl1pPr marL="0" indent="0" algn="ctr">
              <a:buNone/>
              <a:defRPr/>
            </a:lvl1pPr>
            <a:lvl2pPr marL="322821" indent="0" algn="ctr">
              <a:buNone/>
              <a:defRPr/>
            </a:lvl2pPr>
            <a:lvl3pPr marL="645639" indent="0" algn="ctr">
              <a:buNone/>
              <a:defRPr/>
            </a:lvl3pPr>
            <a:lvl4pPr marL="968461" indent="0" algn="ctr">
              <a:buNone/>
              <a:defRPr/>
            </a:lvl4pPr>
            <a:lvl5pPr marL="1291282" indent="0" algn="ctr">
              <a:buNone/>
              <a:defRPr/>
            </a:lvl5pPr>
            <a:lvl6pPr marL="1614102" indent="0" algn="ctr">
              <a:buNone/>
              <a:defRPr/>
            </a:lvl6pPr>
            <a:lvl7pPr marL="1936922" indent="0" algn="ctr">
              <a:buNone/>
              <a:defRPr/>
            </a:lvl7pPr>
            <a:lvl8pPr marL="2259743" indent="0" algn="ctr">
              <a:buNone/>
              <a:defRPr/>
            </a:lvl8pPr>
            <a:lvl9pPr marL="2582563"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4050505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616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8851" y="19477994"/>
            <a:ext cx="18176600" cy="6020374"/>
          </a:xfrm>
        </p:spPr>
        <p:txBody>
          <a:bodyPr anchor="t"/>
          <a:lstStyle>
            <a:lvl1pPr algn="l">
              <a:defRPr sz="2827" b="1" cap="all"/>
            </a:lvl1pPr>
          </a:lstStyle>
          <a:p>
            <a:r>
              <a:rPr lang="en-US"/>
              <a:t>Click to edit Master title style</a:t>
            </a:r>
            <a:endParaRPr lang="en-GB"/>
          </a:p>
        </p:txBody>
      </p:sp>
      <p:sp>
        <p:nvSpPr>
          <p:cNvPr id="3" name="Text Placeholder 2"/>
          <p:cNvSpPr>
            <a:spLocks noGrp="1"/>
          </p:cNvSpPr>
          <p:nvPr>
            <p:ph type="body" idx="1"/>
          </p:nvPr>
        </p:nvSpPr>
        <p:spPr>
          <a:xfrm>
            <a:off x="1688851" y="12846764"/>
            <a:ext cx="18176600" cy="6631234"/>
          </a:xfrm>
        </p:spPr>
        <p:txBody>
          <a:bodyPr anchor="b"/>
          <a:lstStyle>
            <a:lvl1pPr marL="0" indent="0">
              <a:buNone/>
              <a:defRPr sz="1413"/>
            </a:lvl1pPr>
            <a:lvl2pPr marL="322821" indent="0">
              <a:buNone/>
              <a:defRPr sz="1272"/>
            </a:lvl2pPr>
            <a:lvl3pPr marL="645639" indent="0">
              <a:buNone/>
              <a:defRPr sz="1131"/>
            </a:lvl3pPr>
            <a:lvl4pPr marL="968461" indent="0">
              <a:buNone/>
              <a:defRPr sz="990"/>
            </a:lvl4pPr>
            <a:lvl5pPr marL="1291282" indent="0">
              <a:buNone/>
              <a:defRPr sz="990"/>
            </a:lvl5pPr>
            <a:lvl6pPr marL="1614102" indent="0">
              <a:buNone/>
              <a:defRPr sz="990"/>
            </a:lvl6pPr>
            <a:lvl7pPr marL="1936922" indent="0">
              <a:buNone/>
              <a:defRPr sz="990"/>
            </a:lvl7pPr>
            <a:lvl8pPr marL="2259743" indent="0">
              <a:buNone/>
              <a:defRPr sz="990"/>
            </a:lvl8pPr>
            <a:lvl9pPr marL="2582563" indent="0">
              <a:buNone/>
              <a:defRPr sz="990"/>
            </a:lvl9pPr>
          </a:lstStyle>
          <a:p>
            <a:pPr lvl="0"/>
            <a:r>
              <a:rPr lang="en-US"/>
              <a:t>Click to edit Master text styles</a:t>
            </a:r>
          </a:p>
        </p:txBody>
      </p:sp>
    </p:spTree>
    <p:extLst>
      <p:ext uri="{BB962C8B-B14F-4D97-AF65-F5344CB8AC3E}">
        <p14:creationId xmlns:p14="http://schemas.microsoft.com/office/powerpoint/2010/main" val="28008909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37584" y="4424389"/>
            <a:ext cx="10232117"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0660224" y="4424389"/>
            <a:ext cx="10233059" cy="25228359"/>
          </a:xfrm>
        </p:spPr>
        <p:txBody>
          <a:bodyPr/>
          <a:lstStyle>
            <a:lvl1pPr>
              <a:defRPr sz="1979"/>
            </a:lvl1pPr>
            <a:lvl2pPr>
              <a:defRPr sz="1697"/>
            </a:lvl2pPr>
            <a:lvl3pPr>
              <a:defRPr sz="1413"/>
            </a:lvl3pPr>
            <a:lvl4pPr>
              <a:defRPr sz="1272"/>
            </a:lvl4pPr>
            <a:lvl5pPr>
              <a:defRPr sz="1272"/>
            </a:lvl5pPr>
            <a:lvl6pPr>
              <a:defRPr sz="1272"/>
            </a:lvl6pPr>
            <a:lvl7pPr>
              <a:defRPr sz="1272"/>
            </a:lvl7pPr>
            <a:lvl8pPr>
              <a:defRPr sz="1272"/>
            </a:lvl8pPr>
            <a:lvl9pPr>
              <a:defRPr sz="1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031048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325" y="1213698"/>
            <a:ext cx="19244979" cy="5052622"/>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069324" y="6784951"/>
            <a:ext cx="9447570"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4" name="Content Placeholder 3"/>
          <p:cNvSpPr>
            <a:spLocks noGrp="1"/>
          </p:cNvSpPr>
          <p:nvPr>
            <p:ph sz="half" idx="2"/>
          </p:nvPr>
        </p:nvSpPr>
        <p:spPr>
          <a:xfrm>
            <a:off x="1069324" y="9613350"/>
            <a:ext cx="9447570"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0862961" y="6784951"/>
            <a:ext cx="9451342" cy="2828398"/>
          </a:xfrm>
        </p:spPr>
        <p:txBody>
          <a:bodyPr anchor="b"/>
          <a:lstStyle>
            <a:lvl1pPr marL="0" indent="0">
              <a:buNone/>
              <a:defRPr sz="1697" b="1"/>
            </a:lvl1pPr>
            <a:lvl2pPr marL="322821" indent="0">
              <a:buNone/>
              <a:defRPr sz="1413" b="1"/>
            </a:lvl2pPr>
            <a:lvl3pPr marL="645639" indent="0">
              <a:buNone/>
              <a:defRPr sz="1272" b="1"/>
            </a:lvl3pPr>
            <a:lvl4pPr marL="968461" indent="0">
              <a:buNone/>
              <a:defRPr sz="1131" b="1"/>
            </a:lvl4pPr>
            <a:lvl5pPr marL="1291282" indent="0">
              <a:buNone/>
              <a:defRPr sz="1131" b="1"/>
            </a:lvl5pPr>
            <a:lvl6pPr marL="1614102" indent="0">
              <a:buNone/>
              <a:defRPr sz="1131" b="1"/>
            </a:lvl6pPr>
            <a:lvl7pPr marL="1936922" indent="0">
              <a:buNone/>
              <a:defRPr sz="1131" b="1"/>
            </a:lvl7pPr>
            <a:lvl8pPr marL="2259743" indent="0">
              <a:buNone/>
              <a:defRPr sz="1131" b="1"/>
            </a:lvl8pPr>
            <a:lvl9pPr marL="2582563" indent="0">
              <a:buNone/>
              <a:defRPr sz="1131" b="1"/>
            </a:lvl9pPr>
          </a:lstStyle>
          <a:p>
            <a:pPr lvl="0"/>
            <a:r>
              <a:rPr lang="en-US"/>
              <a:t>Click to edit Master text styles</a:t>
            </a:r>
          </a:p>
        </p:txBody>
      </p:sp>
      <p:sp>
        <p:nvSpPr>
          <p:cNvPr id="6" name="Content Placeholder 5"/>
          <p:cNvSpPr>
            <a:spLocks noGrp="1"/>
          </p:cNvSpPr>
          <p:nvPr>
            <p:ph sz="quarter" idx="4"/>
          </p:nvPr>
        </p:nvSpPr>
        <p:spPr>
          <a:xfrm>
            <a:off x="10862961" y="9613350"/>
            <a:ext cx="9451342" cy="17463629"/>
          </a:xfrm>
        </p:spPr>
        <p:txBody>
          <a:bodyPr/>
          <a:lstStyle>
            <a:lvl1pPr>
              <a:defRPr sz="1697"/>
            </a:lvl1pPr>
            <a:lvl2pPr>
              <a:defRPr sz="1413"/>
            </a:lvl2pPr>
            <a:lvl3pPr>
              <a:defRPr sz="1272"/>
            </a:lvl3pPr>
            <a:lvl4pPr>
              <a:defRPr sz="1131"/>
            </a:lvl4pPr>
            <a:lvl5pPr>
              <a:defRPr sz="1131"/>
            </a:lvl5pPr>
            <a:lvl6pPr>
              <a:defRPr sz="1131"/>
            </a:lvl6pPr>
            <a:lvl7pPr>
              <a:defRPr sz="1131"/>
            </a:lvl7pPr>
            <a:lvl8pPr>
              <a:defRPr sz="1131"/>
            </a:lvl8pPr>
            <a:lvl9pPr>
              <a:defRPr sz="113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311327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321565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2357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22" y="1207017"/>
            <a:ext cx="7034522" cy="5135495"/>
          </a:xfrm>
        </p:spPr>
        <p:txBody>
          <a:bodyPr anchor="b"/>
          <a:lstStyle>
            <a:lvl1pPr algn="l">
              <a:defRPr sz="1413" b="1"/>
            </a:lvl1pPr>
          </a:lstStyle>
          <a:p>
            <a:r>
              <a:rPr lang="en-US"/>
              <a:t>Click to edit Master title style</a:t>
            </a:r>
            <a:endParaRPr lang="en-GB"/>
          </a:p>
        </p:txBody>
      </p:sp>
      <p:sp>
        <p:nvSpPr>
          <p:cNvPr id="3" name="Content Placeholder 2"/>
          <p:cNvSpPr>
            <a:spLocks noGrp="1"/>
          </p:cNvSpPr>
          <p:nvPr>
            <p:ph idx="1"/>
          </p:nvPr>
        </p:nvSpPr>
        <p:spPr>
          <a:xfrm>
            <a:off x="8360332" y="1207018"/>
            <a:ext cx="11953972" cy="25869962"/>
          </a:xfrm>
        </p:spPr>
        <p:txBody>
          <a:bodyPr/>
          <a:lstStyle>
            <a:lvl1pPr>
              <a:defRPr sz="2262"/>
            </a:lvl1pPr>
            <a:lvl2pPr>
              <a:defRPr sz="1979"/>
            </a:lvl2pPr>
            <a:lvl3pPr>
              <a:defRPr sz="1697"/>
            </a:lvl3pPr>
            <a:lvl4pPr>
              <a:defRPr sz="1413"/>
            </a:lvl4pPr>
            <a:lvl5pPr>
              <a:defRPr sz="1413"/>
            </a:lvl5pPr>
            <a:lvl6pPr>
              <a:defRPr sz="1413"/>
            </a:lvl6pPr>
            <a:lvl7pPr>
              <a:defRPr sz="1413"/>
            </a:lvl7pPr>
            <a:lvl8pPr>
              <a:defRPr sz="1413"/>
            </a:lvl8pPr>
            <a:lvl9pPr>
              <a:defRPr sz="14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069322" y="6342514"/>
            <a:ext cx="7034522" cy="2073446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6892896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483" y="21218346"/>
            <a:ext cx="12829987" cy="2504924"/>
          </a:xfrm>
        </p:spPr>
        <p:txBody>
          <a:bodyPr anchor="b"/>
          <a:lstStyle>
            <a:lvl1pPr algn="l">
              <a:defRPr sz="1413" b="1"/>
            </a:lvl1pPr>
          </a:lstStyle>
          <a:p>
            <a:r>
              <a:rPr lang="en-US"/>
              <a:t>Click to edit Master title style</a:t>
            </a:r>
            <a:endParaRPr lang="en-GB"/>
          </a:p>
        </p:txBody>
      </p:sp>
      <p:sp>
        <p:nvSpPr>
          <p:cNvPr id="3" name="Picture Placeholder 2"/>
          <p:cNvSpPr>
            <a:spLocks noGrp="1"/>
          </p:cNvSpPr>
          <p:nvPr>
            <p:ph type="pic" idx="1"/>
          </p:nvPr>
        </p:nvSpPr>
        <p:spPr>
          <a:xfrm>
            <a:off x="4191483" y="2708103"/>
            <a:ext cx="12829987" cy="18186767"/>
          </a:xfrm>
        </p:spPr>
        <p:txBody>
          <a:bodyPr/>
          <a:lstStyle>
            <a:lvl1pPr marL="0" indent="0">
              <a:buNone/>
              <a:defRPr sz="2262"/>
            </a:lvl1pPr>
            <a:lvl2pPr marL="322821" indent="0">
              <a:buNone/>
              <a:defRPr sz="1979"/>
            </a:lvl2pPr>
            <a:lvl3pPr marL="645639" indent="0">
              <a:buNone/>
              <a:defRPr sz="1697"/>
            </a:lvl3pPr>
            <a:lvl4pPr marL="968461" indent="0">
              <a:buNone/>
              <a:defRPr sz="1413"/>
            </a:lvl4pPr>
            <a:lvl5pPr marL="1291282" indent="0">
              <a:buNone/>
              <a:defRPr sz="1413"/>
            </a:lvl5pPr>
            <a:lvl6pPr marL="1614102" indent="0">
              <a:buNone/>
              <a:defRPr sz="1413"/>
            </a:lvl6pPr>
            <a:lvl7pPr marL="1936922" indent="0">
              <a:buNone/>
              <a:defRPr sz="1413"/>
            </a:lvl7pPr>
            <a:lvl8pPr marL="2259743" indent="0">
              <a:buNone/>
              <a:defRPr sz="1413"/>
            </a:lvl8pPr>
            <a:lvl9pPr marL="2582563" indent="0">
              <a:buNone/>
              <a:defRPr sz="1413"/>
            </a:lvl9pPr>
          </a:lstStyle>
          <a:p>
            <a:pPr lvl="0"/>
            <a:endParaRPr lang="en-GB" noProof="0"/>
          </a:p>
        </p:txBody>
      </p:sp>
      <p:sp>
        <p:nvSpPr>
          <p:cNvPr id="4" name="Text Placeholder 3"/>
          <p:cNvSpPr>
            <a:spLocks noGrp="1"/>
          </p:cNvSpPr>
          <p:nvPr>
            <p:ph type="body" sz="half" idx="2"/>
          </p:nvPr>
        </p:nvSpPr>
        <p:spPr>
          <a:xfrm>
            <a:off x="4191483" y="23723268"/>
            <a:ext cx="12829987" cy="3556886"/>
          </a:xfrm>
        </p:spPr>
        <p:txBody>
          <a:bodyPr/>
          <a:lstStyle>
            <a:lvl1pPr marL="0" indent="0">
              <a:buNone/>
              <a:defRPr sz="990"/>
            </a:lvl1pPr>
            <a:lvl2pPr marL="322821" indent="0">
              <a:buNone/>
              <a:defRPr sz="848"/>
            </a:lvl2pPr>
            <a:lvl3pPr marL="645639" indent="0">
              <a:buNone/>
              <a:defRPr sz="707"/>
            </a:lvl3pPr>
            <a:lvl4pPr marL="968461" indent="0">
              <a:buNone/>
              <a:defRPr sz="566"/>
            </a:lvl4pPr>
            <a:lvl5pPr marL="1291282" indent="0">
              <a:buNone/>
              <a:defRPr sz="566"/>
            </a:lvl5pPr>
            <a:lvl6pPr marL="1614102" indent="0">
              <a:buNone/>
              <a:defRPr sz="566"/>
            </a:lvl6pPr>
            <a:lvl7pPr marL="1936922" indent="0">
              <a:buNone/>
              <a:defRPr sz="566"/>
            </a:lvl7pPr>
            <a:lvl8pPr marL="2259743" indent="0">
              <a:buNone/>
              <a:defRPr sz="566"/>
            </a:lvl8pPr>
            <a:lvl9pPr marL="2582563" indent="0">
              <a:buNone/>
              <a:defRPr sz="566"/>
            </a:lvl9pPr>
          </a:lstStyle>
          <a:p>
            <a:pPr lvl="0"/>
            <a:r>
              <a:rPr lang="en-US"/>
              <a:t>Click to edit Master text styles</a:t>
            </a:r>
          </a:p>
        </p:txBody>
      </p:sp>
    </p:spTree>
    <p:extLst>
      <p:ext uri="{BB962C8B-B14F-4D97-AF65-F5344CB8AC3E}">
        <p14:creationId xmlns:p14="http://schemas.microsoft.com/office/powerpoint/2010/main" val="2061198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30939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55065" y="1172263"/>
            <a:ext cx="5138218" cy="28480484"/>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37584" y="1172263"/>
            <a:ext cx="15326958" cy="284804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1799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EF0F8"/>
        </a:soli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F8C16362-C059-FABB-D148-80BFD3921BFE}"/>
              </a:ext>
            </a:extLst>
          </p:cNvPr>
          <p:cNvSpPr>
            <a:spLocks noChangeArrowheads="1"/>
          </p:cNvSpPr>
          <p:nvPr/>
        </p:nvSpPr>
        <p:spPr bwMode="auto">
          <a:xfrm>
            <a:off x="1" y="0"/>
            <a:ext cx="21383625" cy="374621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1027" name="Rectangle 33">
            <a:extLst>
              <a:ext uri="{FF2B5EF4-FFF2-40B4-BE49-F238E27FC236}">
                <a16:creationId xmlns:a16="http://schemas.microsoft.com/office/drawing/2014/main" id="{03737D59-2334-D5B2-4AB0-D3750D8383F4}"/>
              </a:ext>
            </a:extLst>
          </p:cNvPr>
          <p:cNvSpPr>
            <a:spLocks noChangeArrowheads="1"/>
          </p:cNvSpPr>
          <p:nvPr/>
        </p:nvSpPr>
        <p:spPr bwMode="auto">
          <a:xfrm>
            <a:off x="455689" y="7315198"/>
            <a:ext cx="6583893" cy="22332783"/>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1028" name="Rectangle 15">
            <a:extLst>
              <a:ext uri="{FF2B5EF4-FFF2-40B4-BE49-F238E27FC236}">
                <a16:creationId xmlns:a16="http://schemas.microsoft.com/office/drawing/2014/main" id="{E40C7433-7834-9391-B042-9CA82024F869}"/>
              </a:ext>
            </a:extLst>
          </p:cNvPr>
          <p:cNvSpPr>
            <a:spLocks noGrp="1" noChangeArrowheads="1"/>
          </p:cNvSpPr>
          <p:nvPr>
            <p:ph type="title"/>
          </p:nvPr>
        </p:nvSpPr>
        <p:spPr bwMode="auto">
          <a:xfrm>
            <a:off x="469157" y="1172241"/>
            <a:ext cx="20425110" cy="202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ltLang="en-US"/>
              <a:t>Click to edit Master title style</a:t>
            </a:r>
          </a:p>
        </p:txBody>
      </p:sp>
      <p:sp>
        <p:nvSpPr>
          <p:cNvPr id="1029" name="Rectangle 16">
            <a:extLst>
              <a:ext uri="{FF2B5EF4-FFF2-40B4-BE49-F238E27FC236}">
                <a16:creationId xmlns:a16="http://schemas.microsoft.com/office/drawing/2014/main" id="{A6879AE2-F4A2-D5B9-F4CD-A019405EB985}"/>
              </a:ext>
            </a:extLst>
          </p:cNvPr>
          <p:cNvSpPr>
            <a:spLocks noGrp="1" noChangeArrowheads="1"/>
          </p:cNvSpPr>
          <p:nvPr>
            <p:ph type="body" idx="1"/>
          </p:nvPr>
        </p:nvSpPr>
        <p:spPr bwMode="auto">
          <a:xfrm>
            <a:off x="469157" y="7425181"/>
            <a:ext cx="6570424" cy="2222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1030" name="Rectangle 25">
            <a:extLst>
              <a:ext uri="{FF2B5EF4-FFF2-40B4-BE49-F238E27FC236}">
                <a16:creationId xmlns:a16="http://schemas.microsoft.com/office/drawing/2014/main" id="{2A81182A-12A7-8185-02B9-AAA82605F9A7}"/>
              </a:ext>
            </a:extLst>
          </p:cNvPr>
          <p:cNvSpPr>
            <a:spLocks noChangeArrowheads="1"/>
          </p:cNvSpPr>
          <p:nvPr/>
        </p:nvSpPr>
        <p:spPr bwMode="auto">
          <a:xfrm>
            <a:off x="1" y="0"/>
            <a:ext cx="21383625" cy="303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1031" name="Rectangle 40">
            <a:extLst>
              <a:ext uri="{FF2B5EF4-FFF2-40B4-BE49-F238E27FC236}">
                <a16:creationId xmlns:a16="http://schemas.microsoft.com/office/drawing/2014/main" id="{A500C398-9704-16FA-BD49-F7AB02D72C3F}"/>
              </a:ext>
            </a:extLst>
          </p:cNvPr>
          <p:cNvSpPr>
            <a:spLocks noChangeArrowheads="1"/>
          </p:cNvSpPr>
          <p:nvPr/>
        </p:nvSpPr>
        <p:spPr bwMode="auto">
          <a:xfrm>
            <a:off x="14308129" y="7315200"/>
            <a:ext cx="6586138" cy="22332782"/>
          </a:xfrm>
          <a:prstGeom prst="rect">
            <a:avLst/>
          </a:prstGeom>
          <a:solidFill>
            <a:schemeClr val="bg2"/>
          </a:solidFill>
          <a:ln w="12700">
            <a:solidFill>
              <a:schemeClr val="tx1"/>
            </a:solidFill>
            <a:miter lim="800000"/>
            <a:headEnd/>
            <a:tailEnd/>
          </a:ln>
        </p:spPr>
        <p:txBody>
          <a:bodyPr wrap="none" lIns="64565" tIns="32283" rIns="64565" bIns="32283" anchor="ctr"/>
          <a:lstStyle/>
          <a:p>
            <a:pPr eaLnBrk="1" hangingPunct="1"/>
            <a:endParaRPr lang="en-GB" altLang="en-US" sz="3395"/>
          </a:p>
        </p:txBody>
      </p:sp>
      <p:sp>
        <p:nvSpPr>
          <p:cNvPr id="1032" name="Rectangle 41">
            <a:extLst>
              <a:ext uri="{FF2B5EF4-FFF2-40B4-BE49-F238E27FC236}">
                <a16:creationId xmlns:a16="http://schemas.microsoft.com/office/drawing/2014/main" id="{4D41C715-39BA-BC5B-FDD3-28ED8C4E674D}"/>
              </a:ext>
            </a:extLst>
          </p:cNvPr>
          <p:cNvSpPr>
            <a:spLocks noChangeArrowheads="1"/>
          </p:cNvSpPr>
          <p:nvPr/>
        </p:nvSpPr>
        <p:spPr bwMode="auto">
          <a:xfrm>
            <a:off x="7383030" y="7315200"/>
            <a:ext cx="6581649" cy="22332782"/>
          </a:xfrm>
          <a:prstGeom prst="rect">
            <a:avLst/>
          </a:prstGeom>
          <a:solidFill>
            <a:schemeClr val="bg2"/>
          </a:solidFill>
          <a:ln w="12700">
            <a:solidFill>
              <a:schemeClr val="tx1"/>
            </a:solidFill>
            <a:miter lim="800000"/>
            <a:headEnd/>
            <a:tailEnd/>
          </a:ln>
        </p:spPr>
        <p:txBody>
          <a:bodyPr wrap="none" lIns="64565" tIns="32283" rIns="64565" bIns="32283" anchor="ctr"/>
          <a:lstStyle/>
          <a:p>
            <a:pPr eaLnBrk="1" hangingPunct="1"/>
            <a:endParaRPr lang="en-GB" altLang="en-US" sz="3395"/>
          </a:p>
        </p:txBody>
      </p:sp>
      <p:sp>
        <p:nvSpPr>
          <p:cNvPr id="1033" name="Text Box 14">
            <a:extLst>
              <a:ext uri="{FF2B5EF4-FFF2-40B4-BE49-F238E27FC236}">
                <a16:creationId xmlns:a16="http://schemas.microsoft.com/office/drawing/2014/main" id="{90C4E225-A4EC-5C4B-A9B7-6F385103CBB0}"/>
              </a:ext>
            </a:extLst>
          </p:cNvPr>
          <p:cNvSpPr txBox="1">
            <a:spLocks noChangeArrowheads="1"/>
          </p:cNvSpPr>
          <p:nvPr/>
        </p:nvSpPr>
        <p:spPr bwMode="auto">
          <a:xfrm>
            <a:off x="455689" y="29915730"/>
            <a:ext cx="2336799" cy="109981"/>
          </a:xfrm>
          <a:prstGeom prst="rect">
            <a:avLst/>
          </a:prstGeom>
          <a:noFill/>
          <a:ln>
            <a:noFill/>
          </a:ln>
        </p:spPr>
        <p:txBody>
          <a:bodyPr lIns="52855" tIns="26423" rIns="52855" bIns="26423">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566"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527357" rtl="0" eaLnBrk="0" fontAlgn="base" hangingPunct="0">
        <a:spcBef>
          <a:spcPct val="0"/>
        </a:spcBef>
        <a:spcAft>
          <a:spcPct val="0"/>
        </a:spcAft>
        <a:defRPr sz="5089">
          <a:solidFill>
            <a:srgbClr val="FFFFFF"/>
          </a:solidFill>
          <a:latin typeface="+mj-lt"/>
          <a:ea typeface="MS PGothic" pitchFamily="34" charset="-128"/>
          <a:cs typeface="ＭＳ Ｐゴシック" charset="-128"/>
        </a:defRPr>
      </a:lvl1pPr>
      <a:lvl2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2pPr>
      <a:lvl3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3pPr>
      <a:lvl4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4pPr>
      <a:lvl5pPr algn="ctr" defTabSz="527357" rtl="0" eaLnBrk="0" fontAlgn="base" hangingPunct="0">
        <a:spcBef>
          <a:spcPct val="0"/>
        </a:spcBef>
        <a:spcAft>
          <a:spcPct val="0"/>
        </a:spcAft>
        <a:defRPr sz="5089">
          <a:solidFill>
            <a:srgbClr val="FFFFFF"/>
          </a:solidFill>
          <a:latin typeface="Arial Black" charset="0"/>
          <a:ea typeface="MS PGothic" pitchFamily="34" charset="-128"/>
          <a:cs typeface="ＭＳ Ｐゴシック" charset="-128"/>
        </a:defRPr>
      </a:lvl5pPr>
      <a:lvl6pPr marL="322821" algn="ctr" defTabSz="529067" rtl="0" fontAlgn="base">
        <a:spcBef>
          <a:spcPct val="0"/>
        </a:spcBef>
        <a:spcAft>
          <a:spcPct val="0"/>
        </a:spcAft>
        <a:defRPr sz="5089">
          <a:solidFill>
            <a:schemeClr val="tx2"/>
          </a:solidFill>
          <a:latin typeface="Arial Black" charset="0"/>
        </a:defRPr>
      </a:lvl6pPr>
      <a:lvl7pPr marL="645639" algn="ctr" defTabSz="529067" rtl="0" fontAlgn="base">
        <a:spcBef>
          <a:spcPct val="0"/>
        </a:spcBef>
        <a:spcAft>
          <a:spcPct val="0"/>
        </a:spcAft>
        <a:defRPr sz="5089">
          <a:solidFill>
            <a:schemeClr val="tx2"/>
          </a:solidFill>
          <a:latin typeface="Arial Black" charset="0"/>
        </a:defRPr>
      </a:lvl7pPr>
      <a:lvl8pPr marL="968461" algn="ctr" defTabSz="529067" rtl="0" fontAlgn="base">
        <a:spcBef>
          <a:spcPct val="0"/>
        </a:spcBef>
        <a:spcAft>
          <a:spcPct val="0"/>
        </a:spcAft>
        <a:defRPr sz="5089">
          <a:solidFill>
            <a:schemeClr val="tx2"/>
          </a:solidFill>
          <a:latin typeface="Arial Black" charset="0"/>
        </a:defRPr>
      </a:lvl8pPr>
      <a:lvl9pPr marL="1291282" algn="ctr" defTabSz="529067" rtl="0" fontAlgn="base">
        <a:spcBef>
          <a:spcPct val="0"/>
        </a:spcBef>
        <a:spcAft>
          <a:spcPct val="0"/>
        </a:spcAft>
        <a:defRPr sz="5089">
          <a:solidFill>
            <a:schemeClr val="tx2"/>
          </a:solidFill>
          <a:latin typeface="Arial Black" charset="0"/>
        </a:defRPr>
      </a:lvl9pPr>
    </p:titleStyle>
    <p:bodyStyle>
      <a:lvl1pPr marL="197479" indent="-197479"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charset="-128"/>
        </a:defRPr>
      </a:lvl1pPr>
      <a:lvl2pPr marL="426374" indent="-161573"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a:defRPr>
      </a:lvl2pPr>
      <a:lvl3pPr marL="659757" indent="-132401" algn="l" defTabSz="527357" rtl="0" eaLnBrk="0" fontAlgn="base" hangingPunct="0">
        <a:spcBef>
          <a:spcPct val="20000"/>
        </a:spcBef>
        <a:spcAft>
          <a:spcPct val="0"/>
        </a:spcAft>
        <a:buChar char="•"/>
        <a:defRPr sz="1413">
          <a:solidFill>
            <a:schemeClr val="tx1"/>
          </a:solidFill>
          <a:latin typeface="+mn-lt"/>
          <a:ea typeface="MS PGothic" pitchFamily="34" charset="-128"/>
          <a:cs typeface="ＭＳ Ｐゴシック"/>
        </a:defRPr>
      </a:lvl3pPr>
      <a:lvl4pPr marL="9245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4pPr>
      <a:lvl5pPr marL="11893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5pPr>
      <a:lvl6pPr marL="1514343" indent="-132267" algn="l" defTabSz="529067" rtl="0" fontAlgn="base">
        <a:spcBef>
          <a:spcPct val="20000"/>
        </a:spcBef>
        <a:spcAft>
          <a:spcPct val="0"/>
        </a:spcAft>
        <a:buChar char="»"/>
        <a:defRPr sz="1131">
          <a:solidFill>
            <a:schemeClr val="tx1"/>
          </a:solidFill>
          <a:latin typeface="+mn-lt"/>
          <a:ea typeface="ＭＳ Ｐゴシック" charset="-128"/>
        </a:defRPr>
      </a:lvl6pPr>
      <a:lvl7pPr marL="1837163" indent="-132267" algn="l" defTabSz="529067" rtl="0" fontAlgn="base">
        <a:spcBef>
          <a:spcPct val="20000"/>
        </a:spcBef>
        <a:spcAft>
          <a:spcPct val="0"/>
        </a:spcAft>
        <a:buChar char="»"/>
        <a:defRPr sz="1131">
          <a:solidFill>
            <a:schemeClr val="tx1"/>
          </a:solidFill>
          <a:latin typeface="+mn-lt"/>
          <a:ea typeface="ＭＳ Ｐゴシック" charset="-128"/>
        </a:defRPr>
      </a:lvl7pPr>
      <a:lvl8pPr marL="2159982" indent="-132267" algn="l" defTabSz="529067" rtl="0" fontAlgn="base">
        <a:spcBef>
          <a:spcPct val="20000"/>
        </a:spcBef>
        <a:spcAft>
          <a:spcPct val="0"/>
        </a:spcAft>
        <a:buChar char="»"/>
        <a:defRPr sz="1131">
          <a:solidFill>
            <a:schemeClr val="tx1"/>
          </a:solidFill>
          <a:latin typeface="+mn-lt"/>
          <a:ea typeface="ＭＳ Ｐゴシック" charset="-128"/>
        </a:defRPr>
      </a:lvl8pPr>
      <a:lvl9pPr marL="2482803" indent="-132267" algn="l" defTabSz="529067" rtl="0" fontAlgn="base">
        <a:spcBef>
          <a:spcPct val="20000"/>
        </a:spcBef>
        <a:spcAft>
          <a:spcPct val="0"/>
        </a:spcAft>
        <a:buChar char="»"/>
        <a:defRPr sz="1131">
          <a:solidFill>
            <a:schemeClr val="tx1"/>
          </a:solidFill>
          <a:latin typeface="+mn-lt"/>
          <a:ea typeface="ＭＳ Ｐゴシック" charset="-128"/>
        </a:defRPr>
      </a:lvl9pPr>
    </p:bodyStyle>
    <p:otherStyle>
      <a:defPPr>
        <a:defRPr lang="en-GB"/>
      </a:defPPr>
      <a:lvl1pPr marL="0" algn="l" defTabSz="322821" rtl="0" eaLnBrk="1" latinLnBrk="0" hangingPunct="1">
        <a:defRPr sz="1272" kern="1200">
          <a:solidFill>
            <a:schemeClr val="tx1"/>
          </a:solidFill>
          <a:latin typeface="+mn-lt"/>
          <a:ea typeface="+mn-ea"/>
          <a:cs typeface="+mn-cs"/>
        </a:defRPr>
      </a:lvl1pPr>
      <a:lvl2pPr marL="322821" algn="l" defTabSz="322821" rtl="0" eaLnBrk="1" latinLnBrk="0" hangingPunct="1">
        <a:defRPr sz="1272" kern="1200">
          <a:solidFill>
            <a:schemeClr val="tx1"/>
          </a:solidFill>
          <a:latin typeface="+mn-lt"/>
          <a:ea typeface="+mn-ea"/>
          <a:cs typeface="+mn-cs"/>
        </a:defRPr>
      </a:lvl2pPr>
      <a:lvl3pPr marL="645639" algn="l" defTabSz="322821" rtl="0" eaLnBrk="1" latinLnBrk="0" hangingPunct="1">
        <a:defRPr sz="1272" kern="1200">
          <a:solidFill>
            <a:schemeClr val="tx1"/>
          </a:solidFill>
          <a:latin typeface="+mn-lt"/>
          <a:ea typeface="+mn-ea"/>
          <a:cs typeface="+mn-cs"/>
        </a:defRPr>
      </a:lvl3pPr>
      <a:lvl4pPr marL="968461" algn="l" defTabSz="322821" rtl="0" eaLnBrk="1" latinLnBrk="0" hangingPunct="1">
        <a:defRPr sz="1272" kern="1200">
          <a:solidFill>
            <a:schemeClr val="tx1"/>
          </a:solidFill>
          <a:latin typeface="+mn-lt"/>
          <a:ea typeface="+mn-ea"/>
          <a:cs typeface="+mn-cs"/>
        </a:defRPr>
      </a:lvl4pPr>
      <a:lvl5pPr marL="1291282" algn="l" defTabSz="322821" rtl="0" eaLnBrk="1" latinLnBrk="0" hangingPunct="1">
        <a:defRPr sz="1272" kern="1200">
          <a:solidFill>
            <a:schemeClr val="tx1"/>
          </a:solidFill>
          <a:latin typeface="+mn-lt"/>
          <a:ea typeface="+mn-ea"/>
          <a:cs typeface="+mn-cs"/>
        </a:defRPr>
      </a:lvl5pPr>
      <a:lvl6pPr marL="1614102" algn="l" defTabSz="322821" rtl="0" eaLnBrk="1" latinLnBrk="0" hangingPunct="1">
        <a:defRPr sz="1272" kern="1200">
          <a:solidFill>
            <a:schemeClr val="tx1"/>
          </a:solidFill>
          <a:latin typeface="+mn-lt"/>
          <a:ea typeface="+mn-ea"/>
          <a:cs typeface="+mn-cs"/>
        </a:defRPr>
      </a:lvl6pPr>
      <a:lvl7pPr marL="1936922" algn="l" defTabSz="322821" rtl="0" eaLnBrk="1" latinLnBrk="0" hangingPunct="1">
        <a:defRPr sz="1272" kern="1200">
          <a:solidFill>
            <a:schemeClr val="tx1"/>
          </a:solidFill>
          <a:latin typeface="+mn-lt"/>
          <a:ea typeface="+mn-ea"/>
          <a:cs typeface="+mn-cs"/>
        </a:defRPr>
      </a:lvl7pPr>
      <a:lvl8pPr marL="2259743" algn="l" defTabSz="322821" rtl="0" eaLnBrk="1" latinLnBrk="0" hangingPunct="1">
        <a:defRPr sz="1272" kern="1200">
          <a:solidFill>
            <a:schemeClr val="tx1"/>
          </a:solidFill>
          <a:latin typeface="+mn-lt"/>
          <a:ea typeface="+mn-ea"/>
          <a:cs typeface="+mn-cs"/>
        </a:defRPr>
      </a:lvl8pPr>
      <a:lvl9pPr marL="2582563" algn="l" defTabSz="322821" rtl="0" eaLnBrk="1" latinLnBrk="0" hangingPunct="1">
        <a:defRPr sz="127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47" userDrawn="1">
          <p15:clr>
            <a:srgbClr val="F26B43"/>
          </p15:clr>
        </p15:guide>
        <p15:guide id="2" pos="673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CEF0F8"/>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5BB7986-1E38-F491-FB03-CAED227EBCF4}"/>
              </a:ext>
            </a:extLst>
          </p:cNvPr>
          <p:cNvSpPr>
            <a:spLocks noChangeArrowheads="1"/>
          </p:cNvSpPr>
          <p:nvPr/>
        </p:nvSpPr>
        <p:spPr bwMode="auto">
          <a:xfrm>
            <a:off x="1" y="1"/>
            <a:ext cx="21383625" cy="387671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2051" name="Rectangle 3">
            <a:extLst>
              <a:ext uri="{FF2B5EF4-FFF2-40B4-BE49-F238E27FC236}">
                <a16:creationId xmlns:a16="http://schemas.microsoft.com/office/drawing/2014/main" id="{E9369A40-8B15-312F-ED78-4F1851F24AC2}"/>
              </a:ext>
            </a:extLst>
          </p:cNvPr>
          <p:cNvSpPr>
            <a:spLocks noChangeArrowheads="1"/>
          </p:cNvSpPr>
          <p:nvPr/>
        </p:nvSpPr>
        <p:spPr bwMode="auto">
          <a:xfrm>
            <a:off x="457932" y="4423460"/>
            <a:ext cx="4857670"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2052" name="Rectangle 6">
            <a:extLst>
              <a:ext uri="{FF2B5EF4-FFF2-40B4-BE49-F238E27FC236}">
                <a16:creationId xmlns:a16="http://schemas.microsoft.com/office/drawing/2014/main" id="{1FF1E762-EB23-E037-5ACE-4128FEEDD441}"/>
              </a:ext>
            </a:extLst>
          </p:cNvPr>
          <p:cNvSpPr>
            <a:spLocks noGrp="1" noChangeArrowheads="1"/>
          </p:cNvSpPr>
          <p:nvPr>
            <p:ph type="title"/>
          </p:nvPr>
        </p:nvSpPr>
        <p:spPr bwMode="auto">
          <a:xfrm>
            <a:off x="469157" y="1172241"/>
            <a:ext cx="20425110" cy="202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ltLang="en-US"/>
              <a:t>Click to edit Master title style</a:t>
            </a:r>
          </a:p>
        </p:txBody>
      </p:sp>
      <p:sp>
        <p:nvSpPr>
          <p:cNvPr id="2053" name="Rectangle 7">
            <a:extLst>
              <a:ext uri="{FF2B5EF4-FFF2-40B4-BE49-F238E27FC236}">
                <a16:creationId xmlns:a16="http://schemas.microsoft.com/office/drawing/2014/main" id="{C2E5856F-C8AF-4C3D-613A-C40A422CAF32}"/>
              </a:ext>
            </a:extLst>
          </p:cNvPr>
          <p:cNvSpPr>
            <a:spLocks noGrp="1" noChangeArrowheads="1"/>
          </p:cNvSpPr>
          <p:nvPr>
            <p:ph type="body" idx="1"/>
          </p:nvPr>
        </p:nvSpPr>
        <p:spPr bwMode="auto">
          <a:xfrm>
            <a:off x="457932" y="4434711"/>
            <a:ext cx="4857670" cy="2523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2054" name="Rectangle 8">
            <a:extLst>
              <a:ext uri="{FF2B5EF4-FFF2-40B4-BE49-F238E27FC236}">
                <a16:creationId xmlns:a16="http://schemas.microsoft.com/office/drawing/2014/main" id="{E9241A86-FB00-856A-8DC1-8E4EFF7C9940}"/>
              </a:ext>
            </a:extLst>
          </p:cNvPr>
          <p:cNvSpPr>
            <a:spLocks noChangeArrowheads="1"/>
          </p:cNvSpPr>
          <p:nvPr/>
        </p:nvSpPr>
        <p:spPr bwMode="auto">
          <a:xfrm>
            <a:off x="1" y="0"/>
            <a:ext cx="21383625" cy="303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2055" name="Rectangle 9">
            <a:extLst>
              <a:ext uri="{FF2B5EF4-FFF2-40B4-BE49-F238E27FC236}">
                <a16:creationId xmlns:a16="http://schemas.microsoft.com/office/drawing/2014/main" id="{9D7129D7-5E95-591D-D688-DC1DCCED0636}"/>
              </a:ext>
            </a:extLst>
          </p:cNvPr>
          <p:cNvSpPr>
            <a:spLocks noChangeArrowheads="1"/>
          </p:cNvSpPr>
          <p:nvPr/>
        </p:nvSpPr>
        <p:spPr bwMode="auto">
          <a:xfrm>
            <a:off x="5598443" y="4423460"/>
            <a:ext cx="10114908"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2056" name="Rectangle 11">
            <a:extLst>
              <a:ext uri="{FF2B5EF4-FFF2-40B4-BE49-F238E27FC236}">
                <a16:creationId xmlns:a16="http://schemas.microsoft.com/office/drawing/2014/main" id="{3D6F4294-7D02-240D-7D5C-F9B1B76B4775}"/>
              </a:ext>
            </a:extLst>
          </p:cNvPr>
          <p:cNvSpPr>
            <a:spLocks noChangeArrowheads="1"/>
          </p:cNvSpPr>
          <p:nvPr/>
        </p:nvSpPr>
        <p:spPr bwMode="auto">
          <a:xfrm>
            <a:off x="16032108" y="4423460"/>
            <a:ext cx="4862159"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2057" name="Text Box 14">
            <a:extLst>
              <a:ext uri="{FF2B5EF4-FFF2-40B4-BE49-F238E27FC236}">
                <a16:creationId xmlns:a16="http://schemas.microsoft.com/office/drawing/2014/main" id="{C2079EB1-C473-685F-D413-51E5082A04EE}"/>
              </a:ext>
            </a:extLst>
          </p:cNvPr>
          <p:cNvSpPr txBox="1">
            <a:spLocks noChangeArrowheads="1"/>
          </p:cNvSpPr>
          <p:nvPr userDrawn="1"/>
        </p:nvSpPr>
        <p:spPr bwMode="auto">
          <a:xfrm>
            <a:off x="457932" y="29926980"/>
            <a:ext cx="2334555" cy="109981"/>
          </a:xfrm>
          <a:prstGeom prst="rect">
            <a:avLst/>
          </a:prstGeom>
          <a:noFill/>
          <a:ln>
            <a:noFill/>
          </a:ln>
        </p:spPr>
        <p:txBody>
          <a:bodyPr lIns="52855" tIns="26423" rIns="52855" bIns="26423">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566"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527357" rtl="0" eaLnBrk="0" fontAlgn="base" hangingPunct="0">
        <a:spcBef>
          <a:spcPct val="0"/>
        </a:spcBef>
        <a:spcAft>
          <a:spcPct val="0"/>
        </a:spcAft>
        <a:defRPr sz="4948">
          <a:solidFill>
            <a:schemeClr val="bg1"/>
          </a:solidFill>
          <a:latin typeface="+mj-lt"/>
          <a:ea typeface="MS PGothic" pitchFamily="34" charset="-128"/>
          <a:cs typeface="ＭＳ Ｐゴシック" charset="-128"/>
        </a:defRPr>
      </a:lvl1pPr>
      <a:lvl2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2pPr>
      <a:lvl3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3pPr>
      <a:lvl4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4pPr>
      <a:lvl5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5pPr>
      <a:lvl6pPr marL="322821" algn="ctr" defTabSz="529067" rtl="0" fontAlgn="base">
        <a:spcBef>
          <a:spcPct val="0"/>
        </a:spcBef>
        <a:spcAft>
          <a:spcPct val="0"/>
        </a:spcAft>
        <a:defRPr sz="4948">
          <a:solidFill>
            <a:schemeClr val="tx2"/>
          </a:solidFill>
          <a:latin typeface="Arial Black" charset="0"/>
        </a:defRPr>
      </a:lvl6pPr>
      <a:lvl7pPr marL="645639" algn="ctr" defTabSz="529067" rtl="0" fontAlgn="base">
        <a:spcBef>
          <a:spcPct val="0"/>
        </a:spcBef>
        <a:spcAft>
          <a:spcPct val="0"/>
        </a:spcAft>
        <a:defRPr sz="4948">
          <a:solidFill>
            <a:schemeClr val="tx2"/>
          </a:solidFill>
          <a:latin typeface="Arial Black" charset="0"/>
        </a:defRPr>
      </a:lvl7pPr>
      <a:lvl8pPr marL="968461" algn="ctr" defTabSz="529067" rtl="0" fontAlgn="base">
        <a:spcBef>
          <a:spcPct val="0"/>
        </a:spcBef>
        <a:spcAft>
          <a:spcPct val="0"/>
        </a:spcAft>
        <a:defRPr sz="4948">
          <a:solidFill>
            <a:schemeClr val="tx2"/>
          </a:solidFill>
          <a:latin typeface="Arial Black" charset="0"/>
        </a:defRPr>
      </a:lvl8pPr>
      <a:lvl9pPr marL="1291282" algn="ctr" defTabSz="529067" rtl="0" fontAlgn="base">
        <a:spcBef>
          <a:spcPct val="0"/>
        </a:spcBef>
        <a:spcAft>
          <a:spcPct val="0"/>
        </a:spcAft>
        <a:defRPr sz="4948">
          <a:solidFill>
            <a:schemeClr val="tx2"/>
          </a:solidFill>
          <a:latin typeface="Arial Black" charset="0"/>
        </a:defRPr>
      </a:lvl9pPr>
    </p:titleStyle>
    <p:bodyStyle>
      <a:lvl1pPr marL="197479" indent="-197479"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charset="-128"/>
        </a:defRPr>
      </a:lvl1pPr>
      <a:lvl2pPr marL="426374" indent="-161573"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a:defRPr>
      </a:lvl2pPr>
      <a:lvl3pPr marL="659757" indent="-132401" algn="l" defTabSz="527357" rtl="0" eaLnBrk="0" fontAlgn="base" hangingPunct="0">
        <a:spcBef>
          <a:spcPct val="20000"/>
        </a:spcBef>
        <a:spcAft>
          <a:spcPct val="0"/>
        </a:spcAft>
        <a:buChar char="•"/>
        <a:defRPr sz="1413">
          <a:solidFill>
            <a:schemeClr val="tx1"/>
          </a:solidFill>
          <a:latin typeface="+mn-lt"/>
          <a:ea typeface="MS PGothic" pitchFamily="34" charset="-128"/>
          <a:cs typeface="ＭＳ Ｐゴシック"/>
        </a:defRPr>
      </a:lvl3pPr>
      <a:lvl4pPr marL="9245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4pPr>
      <a:lvl5pPr marL="11893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5pPr>
      <a:lvl6pPr marL="1514343" indent="-132267" algn="l" defTabSz="529067" rtl="0" fontAlgn="base">
        <a:spcBef>
          <a:spcPct val="20000"/>
        </a:spcBef>
        <a:spcAft>
          <a:spcPct val="0"/>
        </a:spcAft>
        <a:buChar char="»"/>
        <a:defRPr sz="1131">
          <a:solidFill>
            <a:schemeClr val="tx1"/>
          </a:solidFill>
          <a:latin typeface="+mn-lt"/>
          <a:ea typeface="ＭＳ Ｐゴシック" charset="-128"/>
        </a:defRPr>
      </a:lvl6pPr>
      <a:lvl7pPr marL="1837163" indent="-132267" algn="l" defTabSz="529067" rtl="0" fontAlgn="base">
        <a:spcBef>
          <a:spcPct val="20000"/>
        </a:spcBef>
        <a:spcAft>
          <a:spcPct val="0"/>
        </a:spcAft>
        <a:buChar char="»"/>
        <a:defRPr sz="1131">
          <a:solidFill>
            <a:schemeClr val="tx1"/>
          </a:solidFill>
          <a:latin typeface="+mn-lt"/>
          <a:ea typeface="ＭＳ Ｐゴシック" charset="-128"/>
        </a:defRPr>
      </a:lvl7pPr>
      <a:lvl8pPr marL="2159982" indent="-132267" algn="l" defTabSz="529067" rtl="0" fontAlgn="base">
        <a:spcBef>
          <a:spcPct val="20000"/>
        </a:spcBef>
        <a:spcAft>
          <a:spcPct val="0"/>
        </a:spcAft>
        <a:buChar char="»"/>
        <a:defRPr sz="1131">
          <a:solidFill>
            <a:schemeClr val="tx1"/>
          </a:solidFill>
          <a:latin typeface="+mn-lt"/>
          <a:ea typeface="ＭＳ Ｐゴシック" charset="-128"/>
        </a:defRPr>
      </a:lvl8pPr>
      <a:lvl9pPr marL="2482803" indent="-132267" algn="l" defTabSz="529067" rtl="0" fontAlgn="base">
        <a:spcBef>
          <a:spcPct val="20000"/>
        </a:spcBef>
        <a:spcAft>
          <a:spcPct val="0"/>
        </a:spcAft>
        <a:buChar char="»"/>
        <a:defRPr sz="1131">
          <a:solidFill>
            <a:schemeClr val="tx1"/>
          </a:solidFill>
          <a:latin typeface="+mn-lt"/>
          <a:ea typeface="ＭＳ Ｐゴシック" charset="-128"/>
        </a:defRPr>
      </a:lvl9pPr>
    </p:bodyStyle>
    <p:otherStyle>
      <a:defPPr>
        <a:defRPr lang="en-GB"/>
      </a:defPPr>
      <a:lvl1pPr marL="0" algn="l" defTabSz="322821" rtl="0" eaLnBrk="1" latinLnBrk="0" hangingPunct="1">
        <a:defRPr sz="1272" kern="1200">
          <a:solidFill>
            <a:schemeClr val="tx1"/>
          </a:solidFill>
          <a:latin typeface="+mn-lt"/>
          <a:ea typeface="+mn-ea"/>
          <a:cs typeface="+mn-cs"/>
        </a:defRPr>
      </a:lvl1pPr>
      <a:lvl2pPr marL="322821" algn="l" defTabSz="322821" rtl="0" eaLnBrk="1" latinLnBrk="0" hangingPunct="1">
        <a:defRPr sz="1272" kern="1200">
          <a:solidFill>
            <a:schemeClr val="tx1"/>
          </a:solidFill>
          <a:latin typeface="+mn-lt"/>
          <a:ea typeface="+mn-ea"/>
          <a:cs typeface="+mn-cs"/>
        </a:defRPr>
      </a:lvl2pPr>
      <a:lvl3pPr marL="645639" algn="l" defTabSz="322821" rtl="0" eaLnBrk="1" latinLnBrk="0" hangingPunct="1">
        <a:defRPr sz="1272" kern="1200">
          <a:solidFill>
            <a:schemeClr val="tx1"/>
          </a:solidFill>
          <a:latin typeface="+mn-lt"/>
          <a:ea typeface="+mn-ea"/>
          <a:cs typeface="+mn-cs"/>
        </a:defRPr>
      </a:lvl3pPr>
      <a:lvl4pPr marL="968461" algn="l" defTabSz="322821" rtl="0" eaLnBrk="1" latinLnBrk="0" hangingPunct="1">
        <a:defRPr sz="1272" kern="1200">
          <a:solidFill>
            <a:schemeClr val="tx1"/>
          </a:solidFill>
          <a:latin typeface="+mn-lt"/>
          <a:ea typeface="+mn-ea"/>
          <a:cs typeface="+mn-cs"/>
        </a:defRPr>
      </a:lvl4pPr>
      <a:lvl5pPr marL="1291282" algn="l" defTabSz="322821" rtl="0" eaLnBrk="1" latinLnBrk="0" hangingPunct="1">
        <a:defRPr sz="1272" kern="1200">
          <a:solidFill>
            <a:schemeClr val="tx1"/>
          </a:solidFill>
          <a:latin typeface="+mn-lt"/>
          <a:ea typeface="+mn-ea"/>
          <a:cs typeface="+mn-cs"/>
        </a:defRPr>
      </a:lvl5pPr>
      <a:lvl6pPr marL="1614102" algn="l" defTabSz="322821" rtl="0" eaLnBrk="1" latinLnBrk="0" hangingPunct="1">
        <a:defRPr sz="1272" kern="1200">
          <a:solidFill>
            <a:schemeClr val="tx1"/>
          </a:solidFill>
          <a:latin typeface="+mn-lt"/>
          <a:ea typeface="+mn-ea"/>
          <a:cs typeface="+mn-cs"/>
        </a:defRPr>
      </a:lvl6pPr>
      <a:lvl7pPr marL="1936922" algn="l" defTabSz="322821" rtl="0" eaLnBrk="1" latinLnBrk="0" hangingPunct="1">
        <a:defRPr sz="1272" kern="1200">
          <a:solidFill>
            <a:schemeClr val="tx1"/>
          </a:solidFill>
          <a:latin typeface="+mn-lt"/>
          <a:ea typeface="+mn-ea"/>
          <a:cs typeface="+mn-cs"/>
        </a:defRPr>
      </a:lvl7pPr>
      <a:lvl8pPr marL="2259743" algn="l" defTabSz="322821" rtl="0" eaLnBrk="1" latinLnBrk="0" hangingPunct="1">
        <a:defRPr sz="1272" kern="1200">
          <a:solidFill>
            <a:schemeClr val="tx1"/>
          </a:solidFill>
          <a:latin typeface="+mn-lt"/>
          <a:ea typeface="+mn-ea"/>
          <a:cs typeface="+mn-cs"/>
        </a:defRPr>
      </a:lvl8pPr>
      <a:lvl9pPr marL="2582563" algn="l" defTabSz="322821" rtl="0" eaLnBrk="1" latinLnBrk="0" hangingPunct="1">
        <a:defRPr sz="127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CEF0F8"/>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CEF49E9-803D-0069-80E3-2B630F37517E}"/>
              </a:ext>
            </a:extLst>
          </p:cNvPr>
          <p:cNvSpPr>
            <a:spLocks noChangeArrowheads="1"/>
          </p:cNvSpPr>
          <p:nvPr/>
        </p:nvSpPr>
        <p:spPr bwMode="auto">
          <a:xfrm>
            <a:off x="1" y="1"/>
            <a:ext cx="21383625" cy="387671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3075" name="Rectangle 3">
            <a:extLst>
              <a:ext uri="{FF2B5EF4-FFF2-40B4-BE49-F238E27FC236}">
                <a16:creationId xmlns:a16="http://schemas.microsoft.com/office/drawing/2014/main" id="{FF1BEE99-93AC-C034-19D0-3903532C0A72}"/>
              </a:ext>
            </a:extLst>
          </p:cNvPr>
          <p:cNvSpPr>
            <a:spLocks noChangeArrowheads="1"/>
          </p:cNvSpPr>
          <p:nvPr/>
        </p:nvSpPr>
        <p:spPr bwMode="auto">
          <a:xfrm>
            <a:off x="338961" y="4423460"/>
            <a:ext cx="20640607" cy="25229022"/>
          </a:xfrm>
          <a:prstGeom prst="rect">
            <a:avLst/>
          </a:prstGeom>
          <a:solidFill>
            <a:schemeClr val="bg2"/>
          </a:solidFill>
          <a:ln w="9525">
            <a:solidFill>
              <a:schemeClr val="tx1"/>
            </a:solidFill>
            <a:miter lim="800000"/>
            <a:headEnd/>
            <a:tailEnd/>
          </a:ln>
        </p:spPr>
        <p:txBody>
          <a:bodyPr wrap="none" lIns="64565" tIns="32283" rIns="64565" bIns="32283" anchor="ctr"/>
          <a:lstStyle/>
          <a:p>
            <a:pPr eaLnBrk="1" hangingPunct="1"/>
            <a:endParaRPr lang="en-GB" altLang="en-US" sz="3395"/>
          </a:p>
        </p:txBody>
      </p:sp>
      <p:sp>
        <p:nvSpPr>
          <p:cNvPr id="3076" name="Rectangle 6">
            <a:extLst>
              <a:ext uri="{FF2B5EF4-FFF2-40B4-BE49-F238E27FC236}">
                <a16:creationId xmlns:a16="http://schemas.microsoft.com/office/drawing/2014/main" id="{53889B5F-9975-74FA-FD3D-CA23351AA3C1}"/>
              </a:ext>
            </a:extLst>
          </p:cNvPr>
          <p:cNvSpPr>
            <a:spLocks noGrp="1" noChangeArrowheads="1"/>
          </p:cNvSpPr>
          <p:nvPr>
            <p:ph type="title"/>
          </p:nvPr>
        </p:nvSpPr>
        <p:spPr bwMode="auto">
          <a:xfrm>
            <a:off x="469157" y="1172241"/>
            <a:ext cx="20425110" cy="202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7390" tIns="18692" rIns="37390" bIns="18692" numCol="1" anchor="ctr" anchorCtr="0" compatLnSpc="1">
            <a:prstTxWarp prst="textNoShape">
              <a:avLst/>
            </a:prstTxWarp>
          </a:bodyPr>
          <a:lstStyle/>
          <a:p>
            <a:pPr lvl="0"/>
            <a:r>
              <a:rPr lang="en-US" altLang="en-US"/>
              <a:t>Click to edit Master title style</a:t>
            </a:r>
          </a:p>
        </p:txBody>
      </p:sp>
      <p:sp>
        <p:nvSpPr>
          <p:cNvPr id="3077" name="Rectangle 7">
            <a:extLst>
              <a:ext uri="{FF2B5EF4-FFF2-40B4-BE49-F238E27FC236}">
                <a16:creationId xmlns:a16="http://schemas.microsoft.com/office/drawing/2014/main" id="{F34267B4-A971-BA61-305C-E9EB6D32BD93}"/>
              </a:ext>
            </a:extLst>
          </p:cNvPr>
          <p:cNvSpPr>
            <a:spLocks noGrp="1" noChangeArrowheads="1"/>
          </p:cNvSpPr>
          <p:nvPr>
            <p:ph type="body" idx="1"/>
          </p:nvPr>
        </p:nvSpPr>
        <p:spPr bwMode="auto">
          <a:xfrm>
            <a:off x="338961" y="4423460"/>
            <a:ext cx="20555307" cy="25229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6984" tIns="186984" rIns="186984" bIns="186984"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3078" name="Rectangle 8">
            <a:extLst>
              <a:ext uri="{FF2B5EF4-FFF2-40B4-BE49-F238E27FC236}">
                <a16:creationId xmlns:a16="http://schemas.microsoft.com/office/drawing/2014/main" id="{1F6EBD1F-5660-F90D-B0FF-A1CF817A42E4}"/>
              </a:ext>
            </a:extLst>
          </p:cNvPr>
          <p:cNvSpPr>
            <a:spLocks noChangeArrowheads="1"/>
          </p:cNvSpPr>
          <p:nvPr/>
        </p:nvSpPr>
        <p:spPr bwMode="auto">
          <a:xfrm>
            <a:off x="1" y="0"/>
            <a:ext cx="21383625" cy="303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4565" tIns="32283" rIns="64565" bIns="32283" anchor="ctr"/>
          <a:lstStyle/>
          <a:p>
            <a:pPr eaLnBrk="1" hangingPunct="1"/>
            <a:endParaRPr lang="en-GB" altLang="en-US" sz="3395"/>
          </a:p>
        </p:txBody>
      </p:sp>
      <p:sp>
        <p:nvSpPr>
          <p:cNvPr id="3079" name="Text Box 14">
            <a:extLst>
              <a:ext uri="{FF2B5EF4-FFF2-40B4-BE49-F238E27FC236}">
                <a16:creationId xmlns:a16="http://schemas.microsoft.com/office/drawing/2014/main" id="{9E97F7E9-B0EF-BC42-1578-7C357B402096}"/>
              </a:ext>
            </a:extLst>
          </p:cNvPr>
          <p:cNvSpPr txBox="1">
            <a:spLocks noChangeArrowheads="1"/>
          </p:cNvSpPr>
          <p:nvPr userDrawn="1"/>
        </p:nvSpPr>
        <p:spPr bwMode="auto">
          <a:xfrm>
            <a:off x="338960" y="29915730"/>
            <a:ext cx="2334555" cy="109981"/>
          </a:xfrm>
          <a:prstGeom prst="rect">
            <a:avLst/>
          </a:prstGeom>
          <a:noFill/>
          <a:ln>
            <a:noFill/>
          </a:ln>
        </p:spPr>
        <p:txBody>
          <a:bodyPr lIns="52855" tIns="26423" rIns="52855" bIns="26423">
            <a:spAutoFit/>
          </a:bodyPr>
          <a:lstStyle>
            <a:lvl1pPr defTabSz="749300" eaLnBrk="0" hangingPunct="0">
              <a:defRPr sz="2400">
                <a:solidFill>
                  <a:schemeClr val="tx1"/>
                </a:solidFill>
                <a:latin typeface="Arial Narrow" pitchFamily="34" charset="0"/>
                <a:ea typeface="ＭＳ Ｐゴシック"/>
                <a:cs typeface="ＭＳ Ｐゴシック"/>
              </a:defRPr>
            </a:lvl1pPr>
            <a:lvl2pPr marL="742950" indent="-285750" defTabSz="749300" eaLnBrk="0" hangingPunct="0">
              <a:defRPr sz="2400">
                <a:solidFill>
                  <a:schemeClr val="tx1"/>
                </a:solidFill>
                <a:latin typeface="Arial Narrow" pitchFamily="34" charset="0"/>
                <a:ea typeface="ＭＳ Ｐゴシック"/>
                <a:cs typeface="ＭＳ Ｐゴシック"/>
              </a:defRPr>
            </a:lvl2pPr>
            <a:lvl3pPr marL="1143000" indent="-228600" defTabSz="749300" eaLnBrk="0" hangingPunct="0">
              <a:defRPr sz="2400">
                <a:solidFill>
                  <a:schemeClr val="tx1"/>
                </a:solidFill>
                <a:latin typeface="Arial Narrow" pitchFamily="34" charset="0"/>
                <a:ea typeface="ＭＳ Ｐゴシック"/>
                <a:cs typeface="ＭＳ Ｐゴシック"/>
              </a:defRPr>
            </a:lvl3pPr>
            <a:lvl4pPr marL="1600200" indent="-228600" defTabSz="749300" eaLnBrk="0" hangingPunct="0">
              <a:defRPr sz="2400">
                <a:solidFill>
                  <a:schemeClr val="tx1"/>
                </a:solidFill>
                <a:latin typeface="Arial Narrow" pitchFamily="34" charset="0"/>
                <a:ea typeface="ＭＳ Ｐゴシック"/>
                <a:cs typeface="ＭＳ Ｐゴシック"/>
              </a:defRPr>
            </a:lvl4pPr>
            <a:lvl5pPr marL="2057400" indent="-228600" defTabSz="749300" eaLnBrk="0" hangingPunct="0">
              <a:defRPr sz="2400">
                <a:solidFill>
                  <a:schemeClr val="tx1"/>
                </a:solidFill>
                <a:latin typeface="Arial Narrow" pitchFamily="34" charset="0"/>
                <a:ea typeface="ＭＳ Ｐゴシック"/>
                <a:cs typeface="ＭＳ Ｐゴシック"/>
              </a:defRPr>
            </a:lvl5pPr>
            <a:lvl6pPr marL="25146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6pPr>
            <a:lvl7pPr marL="29718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7pPr>
            <a:lvl8pPr marL="34290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8pPr>
            <a:lvl9pPr marL="3886200" indent="-228600" defTabSz="749300" eaLnBrk="0" fontAlgn="base" hangingPunct="0">
              <a:spcBef>
                <a:spcPct val="0"/>
              </a:spcBef>
              <a:spcAft>
                <a:spcPct val="0"/>
              </a:spcAft>
              <a:defRPr sz="2400">
                <a:solidFill>
                  <a:schemeClr val="tx1"/>
                </a:solidFill>
                <a:latin typeface="Arial Narrow" pitchFamily="34" charset="0"/>
                <a:ea typeface="ＭＳ Ｐゴシック"/>
                <a:cs typeface="ＭＳ Ｐゴシック"/>
              </a:defRPr>
            </a:lvl9pPr>
          </a:lstStyle>
          <a:p>
            <a:pPr>
              <a:lnSpc>
                <a:spcPct val="65000"/>
              </a:lnSpc>
              <a:spcBef>
                <a:spcPct val="50000"/>
              </a:spcBef>
              <a:defRPr/>
            </a:pPr>
            <a:r>
              <a:rPr lang="en-US" sz="566" b="1">
                <a:latin typeface="Arial" pitchFamily="34" charset="0"/>
              </a:rPr>
              <a:t>Poster template by ResearchPosters.co.za</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527357" rtl="0" eaLnBrk="0" fontAlgn="base" hangingPunct="0">
        <a:spcBef>
          <a:spcPct val="0"/>
        </a:spcBef>
        <a:spcAft>
          <a:spcPct val="0"/>
        </a:spcAft>
        <a:defRPr sz="4948">
          <a:solidFill>
            <a:schemeClr val="bg1"/>
          </a:solidFill>
          <a:latin typeface="+mj-lt"/>
          <a:ea typeface="MS PGothic" pitchFamily="34" charset="-128"/>
          <a:cs typeface="ＭＳ Ｐゴシック" charset="-128"/>
        </a:defRPr>
      </a:lvl1pPr>
      <a:lvl2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2pPr>
      <a:lvl3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3pPr>
      <a:lvl4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4pPr>
      <a:lvl5pPr algn="ctr" defTabSz="527357" rtl="0" eaLnBrk="0" fontAlgn="base" hangingPunct="0">
        <a:spcBef>
          <a:spcPct val="0"/>
        </a:spcBef>
        <a:spcAft>
          <a:spcPct val="0"/>
        </a:spcAft>
        <a:defRPr sz="4948">
          <a:solidFill>
            <a:schemeClr val="bg1"/>
          </a:solidFill>
          <a:latin typeface="Arial Black" charset="0"/>
          <a:ea typeface="MS PGothic" pitchFamily="34" charset="-128"/>
          <a:cs typeface="ＭＳ Ｐゴシック" charset="-128"/>
        </a:defRPr>
      </a:lvl5pPr>
      <a:lvl6pPr marL="322821" algn="ctr" defTabSz="529067" rtl="0" fontAlgn="base">
        <a:spcBef>
          <a:spcPct val="0"/>
        </a:spcBef>
        <a:spcAft>
          <a:spcPct val="0"/>
        </a:spcAft>
        <a:defRPr sz="4948">
          <a:solidFill>
            <a:schemeClr val="tx2"/>
          </a:solidFill>
          <a:latin typeface="Arial Black" charset="0"/>
        </a:defRPr>
      </a:lvl6pPr>
      <a:lvl7pPr marL="645639" algn="ctr" defTabSz="529067" rtl="0" fontAlgn="base">
        <a:spcBef>
          <a:spcPct val="0"/>
        </a:spcBef>
        <a:spcAft>
          <a:spcPct val="0"/>
        </a:spcAft>
        <a:defRPr sz="4948">
          <a:solidFill>
            <a:schemeClr val="tx2"/>
          </a:solidFill>
          <a:latin typeface="Arial Black" charset="0"/>
        </a:defRPr>
      </a:lvl7pPr>
      <a:lvl8pPr marL="968461" algn="ctr" defTabSz="529067" rtl="0" fontAlgn="base">
        <a:spcBef>
          <a:spcPct val="0"/>
        </a:spcBef>
        <a:spcAft>
          <a:spcPct val="0"/>
        </a:spcAft>
        <a:defRPr sz="4948">
          <a:solidFill>
            <a:schemeClr val="tx2"/>
          </a:solidFill>
          <a:latin typeface="Arial Black" charset="0"/>
        </a:defRPr>
      </a:lvl8pPr>
      <a:lvl9pPr marL="1291282" algn="ctr" defTabSz="529067" rtl="0" fontAlgn="base">
        <a:spcBef>
          <a:spcPct val="0"/>
        </a:spcBef>
        <a:spcAft>
          <a:spcPct val="0"/>
        </a:spcAft>
        <a:defRPr sz="4948">
          <a:solidFill>
            <a:schemeClr val="tx2"/>
          </a:solidFill>
          <a:latin typeface="Arial Black" charset="0"/>
        </a:defRPr>
      </a:lvl9pPr>
    </p:titleStyle>
    <p:bodyStyle>
      <a:lvl1pPr marL="197479" indent="-197479"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charset="-128"/>
        </a:defRPr>
      </a:lvl1pPr>
      <a:lvl2pPr marL="426374" indent="-161573" algn="l" defTabSz="527357" rtl="0" eaLnBrk="0" fontAlgn="base" hangingPunct="0">
        <a:spcBef>
          <a:spcPct val="20000"/>
        </a:spcBef>
        <a:spcAft>
          <a:spcPct val="0"/>
        </a:spcAft>
        <a:buChar char="–"/>
        <a:defRPr sz="1697">
          <a:solidFill>
            <a:schemeClr val="tx2"/>
          </a:solidFill>
          <a:latin typeface="+mn-lt"/>
          <a:ea typeface="MS PGothic" pitchFamily="34" charset="-128"/>
          <a:cs typeface="ＭＳ Ｐゴシック"/>
        </a:defRPr>
      </a:lvl2pPr>
      <a:lvl3pPr marL="659757" indent="-132401" algn="l" defTabSz="527357" rtl="0" eaLnBrk="0" fontAlgn="base" hangingPunct="0">
        <a:spcBef>
          <a:spcPct val="20000"/>
        </a:spcBef>
        <a:spcAft>
          <a:spcPct val="0"/>
        </a:spcAft>
        <a:buChar char="•"/>
        <a:defRPr sz="1413">
          <a:solidFill>
            <a:schemeClr val="tx1"/>
          </a:solidFill>
          <a:latin typeface="+mn-lt"/>
          <a:ea typeface="MS PGothic" pitchFamily="34" charset="-128"/>
          <a:cs typeface="ＭＳ Ｐゴシック"/>
        </a:defRPr>
      </a:lvl3pPr>
      <a:lvl4pPr marL="9245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4pPr>
      <a:lvl5pPr marL="1189358" indent="-130156" algn="l" defTabSz="527357" rtl="0" eaLnBrk="0" fontAlgn="base" hangingPunct="0">
        <a:spcBef>
          <a:spcPct val="20000"/>
        </a:spcBef>
        <a:spcAft>
          <a:spcPct val="0"/>
        </a:spcAft>
        <a:buChar char="»"/>
        <a:defRPr sz="1131">
          <a:solidFill>
            <a:schemeClr val="tx1"/>
          </a:solidFill>
          <a:latin typeface="+mn-lt"/>
          <a:ea typeface="MS PGothic" pitchFamily="34" charset="-128"/>
          <a:cs typeface="ＭＳ Ｐゴシック"/>
        </a:defRPr>
      </a:lvl5pPr>
      <a:lvl6pPr marL="1514343" indent="-132267" algn="l" defTabSz="529067" rtl="0" fontAlgn="base">
        <a:spcBef>
          <a:spcPct val="20000"/>
        </a:spcBef>
        <a:spcAft>
          <a:spcPct val="0"/>
        </a:spcAft>
        <a:buChar char="»"/>
        <a:defRPr sz="1131">
          <a:solidFill>
            <a:schemeClr val="tx1"/>
          </a:solidFill>
          <a:latin typeface="+mn-lt"/>
          <a:ea typeface="ＭＳ Ｐゴシック" charset="-128"/>
        </a:defRPr>
      </a:lvl6pPr>
      <a:lvl7pPr marL="1837163" indent="-132267" algn="l" defTabSz="529067" rtl="0" fontAlgn="base">
        <a:spcBef>
          <a:spcPct val="20000"/>
        </a:spcBef>
        <a:spcAft>
          <a:spcPct val="0"/>
        </a:spcAft>
        <a:buChar char="»"/>
        <a:defRPr sz="1131">
          <a:solidFill>
            <a:schemeClr val="tx1"/>
          </a:solidFill>
          <a:latin typeface="+mn-lt"/>
          <a:ea typeface="ＭＳ Ｐゴシック" charset="-128"/>
        </a:defRPr>
      </a:lvl7pPr>
      <a:lvl8pPr marL="2159982" indent="-132267" algn="l" defTabSz="529067" rtl="0" fontAlgn="base">
        <a:spcBef>
          <a:spcPct val="20000"/>
        </a:spcBef>
        <a:spcAft>
          <a:spcPct val="0"/>
        </a:spcAft>
        <a:buChar char="»"/>
        <a:defRPr sz="1131">
          <a:solidFill>
            <a:schemeClr val="tx1"/>
          </a:solidFill>
          <a:latin typeface="+mn-lt"/>
          <a:ea typeface="ＭＳ Ｐゴシック" charset="-128"/>
        </a:defRPr>
      </a:lvl8pPr>
      <a:lvl9pPr marL="2482803" indent="-132267" algn="l" defTabSz="529067" rtl="0" fontAlgn="base">
        <a:spcBef>
          <a:spcPct val="20000"/>
        </a:spcBef>
        <a:spcAft>
          <a:spcPct val="0"/>
        </a:spcAft>
        <a:buChar char="»"/>
        <a:defRPr sz="1131">
          <a:solidFill>
            <a:schemeClr val="tx1"/>
          </a:solidFill>
          <a:latin typeface="+mn-lt"/>
          <a:ea typeface="ＭＳ Ｐゴシック" charset="-128"/>
        </a:defRPr>
      </a:lvl9pPr>
    </p:bodyStyle>
    <p:otherStyle>
      <a:defPPr>
        <a:defRPr lang="en-GB"/>
      </a:defPPr>
      <a:lvl1pPr marL="0" algn="l" defTabSz="322821" rtl="0" eaLnBrk="1" latinLnBrk="0" hangingPunct="1">
        <a:defRPr sz="1272" kern="1200">
          <a:solidFill>
            <a:schemeClr val="tx1"/>
          </a:solidFill>
          <a:latin typeface="+mn-lt"/>
          <a:ea typeface="+mn-ea"/>
          <a:cs typeface="+mn-cs"/>
        </a:defRPr>
      </a:lvl1pPr>
      <a:lvl2pPr marL="322821" algn="l" defTabSz="322821" rtl="0" eaLnBrk="1" latinLnBrk="0" hangingPunct="1">
        <a:defRPr sz="1272" kern="1200">
          <a:solidFill>
            <a:schemeClr val="tx1"/>
          </a:solidFill>
          <a:latin typeface="+mn-lt"/>
          <a:ea typeface="+mn-ea"/>
          <a:cs typeface="+mn-cs"/>
        </a:defRPr>
      </a:lvl2pPr>
      <a:lvl3pPr marL="645639" algn="l" defTabSz="322821" rtl="0" eaLnBrk="1" latinLnBrk="0" hangingPunct="1">
        <a:defRPr sz="1272" kern="1200">
          <a:solidFill>
            <a:schemeClr val="tx1"/>
          </a:solidFill>
          <a:latin typeface="+mn-lt"/>
          <a:ea typeface="+mn-ea"/>
          <a:cs typeface="+mn-cs"/>
        </a:defRPr>
      </a:lvl3pPr>
      <a:lvl4pPr marL="968461" algn="l" defTabSz="322821" rtl="0" eaLnBrk="1" latinLnBrk="0" hangingPunct="1">
        <a:defRPr sz="1272" kern="1200">
          <a:solidFill>
            <a:schemeClr val="tx1"/>
          </a:solidFill>
          <a:latin typeface="+mn-lt"/>
          <a:ea typeface="+mn-ea"/>
          <a:cs typeface="+mn-cs"/>
        </a:defRPr>
      </a:lvl4pPr>
      <a:lvl5pPr marL="1291282" algn="l" defTabSz="322821" rtl="0" eaLnBrk="1" latinLnBrk="0" hangingPunct="1">
        <a:defRPr sz="1272" kern="1200">
          <a:solidFill>
            <a:schemeClr val="tx1"/>
          </a:solidFill>
          <a:latin typeface="+mn-lt"/>
          <a:ea typeface="+mn-ea"/>
          <a:cs typeface="+mn-cs"/>
        </a:defRPr>
      </a:lvl5pPr>
      <a:lvl6pPr marL="1614102" algn="l" defTabSz="322821" rtl="0" eaLnBrk="1" latinLnBrk="0" hangingPunct="1">
        <a:defRPr sz="1272" kern="1200">
          <a:solidFill>
            <a:schemeClr val="tx1"/>
          </a:solidFill>
          <a:latin typeface="+mn-lt"/>
          <a:ea typeface="+mn-ea"/>
          <a:cs typeface="+mn-cs"/>
        </a:defRPr>
      </a:lvl6pPr>
      <a:lvl7pPr marL="1936922" algn="l" defTabSz="322821" rtl="0" eaLnBrk="1" latinLnBrk="0" hangingPunct="1">
        <a:defRPr sz="1272" kern="1200">
          <a:solidFill>
            <a:schemeClr val="tx1"/>
          </a:solidFill>
          <a:latin typeface="+mn-lt"/>
          <a:ea typeface="+mn-ea"/>
          <a:cs typeface="+mn-cs"/>
        </a:defRPr>
      </a:lvl7pPr>
      <a:lvl8pPr marL="2259743" algn="l" defTabSz="322821" rtl="0" eaLnBrk="1" latinLnBrk="0" hangingPunct="1">
        <a:defRPr sz="1272" kern="1200">
          <a:solidFill>
            <a:schemeClr val="tx1"/>
          </a:solidFill>
          <a:latin typeface="+mn-lt"/>
          <a:ea typeface="+mn-ea"/>
          <a:cs typeface="+mn-cs"/>
        </a:defRPr>
      </a:lvl8pPr>
      <a:lvl9pPr marL="2582563" algn="l" defTabSz="322821" rtl="0" eaLnBrk="1" latinLnBrk="0" hangingPunct="1">
        <a:defRPr sz="12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png"/><Relationship Id="rId21" Type="http://schemas.openxmlformats.org/officeDocument/2006/relationships/image" Target="../media/image17.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hyperlink" Target="https://ae-iitr.vlabs.ac.in/exp/astable-monostable-multivibrator/theory.html" TargetMode="External"/><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image" Target="../media/image8.png"/><Relationship Id="rId5" Type="http://schemas.microsoft.com/office/2007/relationships/hdphoto" Target="../media/hdphoto1.wdp"/><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829B"/>
        </a:solidFill>
        <a:effectLst/>
      </p:bgPr>
    </p:bg>
    <p:spTree>
      <p:nvGrpSpPr>
        <p:cNvPr id="1" name=""/>
        <p:cNvGrpSpPr/>
        <p:nvPr/>
      </p:nvGrpSpPr>
      <p:grpSpPr>
        <a:xfrm>
          <a:off x="0" y="0"/>
          <a:ext cx="0" cy="0"/>
          <a:chOff x="0" y="0"/>
          <a:chExt cx="0" cy="0"/>
        </a:xfrm>
      </p:grpSpPr>
      <p:pic>
        <p:nvPicPr>
          <p:cNvPr id="1040" name="Picture 1039">
            <a:extLst>
              <a:ext uri="{FF2B5EF4-FFF2-40B4-BE49-F238E27FC236}">
                <a16:creationId xmlns:a16="http://schemas.microsoft.com/office/drawing/2014/main" id="{FA0E02B2-A33F-F1AE-05CF-B80B47F83AB5}"/>
              </a:ext>
            </a:extLst>
          </p:cNvPr>
          <p:cNvPicPr>
            <a:picLocks noChangeAspect="1"/>
          </p:cNvPicPr>
          <p:nvPr/>
        </p:nvPicPr>
        <p:blipFill>
          <a:blip r:embed="rId3"/>
          <a:stretch>
            <a:fillRect/>
          </a:stretch>
        </p:blipFill>
        <p:spPr>
          <a:xfrm>
            <a:off x="7412233" y="23478035"/>
            <a:ext cx="6535702" cy="2638273"/>
          </a:xfrm>
          <a:prstGeom prst="rect">
            <a:avLst/>
          </a:prstGeom>
        </p:spPr>
      </p:pic>
      <p:sp>
        <p:nvSpPr>
          <p:cNvPr id="5122" name="Rectangle 5">
            <a:extLst>
              <a:ext uri="{FF2B5EF4-FFF2-40B4-BE49-F238E27FC236}">
                <a16:creationId xmlns:a16="http://schemas.microsoft.com/office/drawing/2014/main" id="{64BF2443-1C69-6150-CCD3-9D68D3097CE9}"/>
              </a:ext>
            </a:extLst>
          </p:cNvPr>
          <p:cNvSpPr>
            <a:spLocks noChangeArrowheads="1"/>
          </p:cNvSpPr>
          <p:nvPr/>
        </p:nvSpPr>
        <p:spPr bwMode="auto">
          <a:xfrm>
            <a:off x="456431" y="4068833"/>
            <a:ext cx="20504724" cy="2281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2842" tIns="26416" rIns="52842" bIns="26416"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eaLnBrk="1" hangingPunct="1">
              <a:spcBef>
                <a:spcPts val="848"/>
              </a:spcBef>
              <a:buNone/>
            </a:pPr>
            <a:r>
              <a:rPr lang="en-US" sz="4000" dirty="0">
                <a:latin typeface="Times New Roman" panose="02020603050405020304" pitchFamily="18" charset="0"/>
                <a:cs typeface="Times New Roman" panose="02020603050405020304" pitchFamily="18" charset="0"/>
              </a:rPr>
              <a:t>LDR Logic-Based Color Detection and Sorting System</a:t>
            </a:r>
            <a:endParaRPr lang="en-US" altLang="en-US" sz="3958" b="1" dirty="0">
              <a:latin typeface="Times New Roman" panose="02020603050405020304" pitchFamily="18" charset="0"/>
              <a:cs typeface="Times New Roman" panose="02020603050405020304" pitchFamily="18" charset="0"/>
            </a:endParaRPr>
          </a:p>
          <a:p>
            <a:pPr algn="ctr" eaLnBrk="1" hangingPunct="1">
              <a:spcBef>
                <a:spcPts val="848"/>
              </a:spcBef>
              <a:buNone/>
            </a:pPr>
            <a:r>
              <a:rPr lang="en-US" altLang="en-US" sz="2827" dirty="0">
                <a:latin typeface="Times New Roman"/>
                <a:ea typeface="MS PGothic"/>
                <a:cs typeface="Times New Roman"/>
              </a:rPr>
              <a:t>CB.EN.U4ECE23002 – Aathithya Pranav</a:t>
            </a:r>
          </a:p>
          <a:p>
            <a:pPr algn="ctr" eaLnBrk="1" hangingPunct="1">
              <a:spcBef>
                <a:spcPts val="848"/>
              </a:spcBef>
              <a:buNone/>
            </a:pPr>
            <a:r>
              <a:rPr lang="en-US" altLang="en-US" sz="2827" dirty="0">
                <a:latin typeface="Times New Roman"/>
                <a:ea typeface="MS PGothic"/>
                <a:cs typeface="Times New Roman"/>
              </a:rPr>
              <a:t>CB.EN.U4ECE23004 – Adarsh B</a:t>
            </a:r>
          </a:p>
          <a:p>
            <a:pPr algn="ctr" eaLnBrk="1" hangingPunct="1">
              <a:spcBef>
                <a:spcPts val="848"/>
              </a:spcBef>
              <a:buNone/>
            </a:pPr>
            <a:r>
              <a:rPr lang="en-US" altLang="en-US" sz="2827" dirty="0">
                <a:latin typeface="Times New Roman"/>
                <a:ea typeface="MS PGothic"/>
                <a:cs typeface="Times New Roman"/>
              </a:rPr>
              <a:t> CB.EN.U4ECE23016 – Ezhilkirthik M 	</a:t>
            </a:r>
            <a:endParaRPr lang="en-US" altLang="en-US" sz="2545" dirty="0">
              <a:latin typeface="Times New Roman"/>
              <a:ea typeface="MS PGothic"/>
              <a:cs typeface="Times New Roman"/>
            </a:endParaRPr>
          </a:p>
        </p:txBody>
      </p:sp>
      <p:sp>
        <p:nvSpPr>
          <p:cNvPr id="5123" name="Text Box 471">
            <a:extLst>
              <a:ext uri="{FF2B5EF4-FFF2-40B4-BE49-F238E27FC236}">
                <a16:creationId xmlns:a16="http://schemas.microsoft.com/office/drawing/2014/main" id="{B1680ACE-E177-2874-56B9-595671834CDA}"/>
              </a:ext>
            </a:extLst>
          </p:cNvPr>
          <p:cNvSpPr txBox="1">
            <a:spLocks noChangeArrowheads="1"/>
          </p:cNvSpPr>
          <p:nvPr/>
        </p:nvSpPr>
        <p:spPr bwMode="auto">
          <a:xfrm>
            <a:off x="458674" y="7308869"/>
            <a:ext cx="6586461"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dirty="0">
                <a:solidFill>
                  <a:schemeClr val="bg1"/>
                </a:solidFill>
                <a:latin typeface="Times New Roman"/>
                <a:ea typeface="MS PGothic"/>
                <a:cs typeface="Times New Roman"/>
              </a:rPr>
              <a:t>PROBLEM STATEMENT</a:t>
            </a:r>
            <a:endParaRPr lang="en-US" altLang="en-US" sz="2545" b="1" dirty="0">
              <a:solidFill>
                <a:schemeClr val="bg1"/>
              </a:solidFill>
              <a:latin typeface="Times New Roman"/>
              <a:cs typeface="Times New Roman"/>
            </a:endParaRPr>
          </a:p>
        </p:txBody>
      </p:sp>
      <p:sp>
        <p:nvSpPr>
          <p:cNvPr id="5134" name="Rectangle 3">
            <a:extLst>
              <a:ext uri="{FF2B5EF4-FFF2-40B4-BE49-F238E27FC236}">
                <a16:creationId xmlns:a16="http://schemas.microsoft.com/office/drawing/2014/main" id="{3C32858C-3C00-45CF-AFD3-681FBF1D23E3}"/>
              </a:ext>
            </a:extLst>
          </p:cNvPr>
          <p:cNvSpPr>
            <a:spLocks noChangeArrowheads="1"/>
          </p:cNvSpPr>
          <p:nvPr/>
        </p:nvSpPr>
        <p:spPr bwMode="auto">
          <a:xfrm>
            <a:off x="552928" y="15705670"/>
            <a:ext cx="6397955" cy="440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1797050">
              <a:defRPr sz="1200">
                <a:solidFill>
                  <a:schemeClr val="tx1"/>
                </a:solidFill>
                <a:latin typeface="Arial Narrow" panose="020B0604020202020204" pitchFamily="34" charset="0"/>
                <a:ea typeface="MS PGothic" panose="020B0600070205080204" pitchFamily="34" charset="-128"/>
              </a:defRPr>
            </a:lvl1pPr>
            <a:lvl2pPr defTabSz="1797050">
              <a:defRPr sz="1200">
                <a:solidFill>
                  <a:schemeClr val="tx1"/>
                </a:solidFill>
                <a:latin typeface="Arial Narrow" panose="020B0604020202020204" pitchFamily="34" charset="0"/>
                <a:ea typeface="MS PGothic" panose="020B0600070205080204" pitchFamily="34" charset="-128"/>
              </a:defRPr>
            </a:lvl2pPr>
            <a:lvl3pPr defTabSz="1797050">
              <a:defRPr sz="1200">
                <a:solidFill>
                  <a:schemeClr val="tx1"/>
                </a:solidFill>
                <a:latin typeface="Arial Narrow" panose="020B0604020202020204" pitchFamily="34" charset="0"/>
                <a:ea typeface="MS PGothic" panose="020B0600070205080204" pitchFamily="34" charset="-128"/>
              </a:defRPr>
            </a:lvl3pPr>
            <a:lvl4pPr defTabSz="1797050">
              <a:defRPr sz="1200">
                <a:solidFill>
                  <a:schemeClr val="tx1"/>
                </a:solidFill>
                <a:latin typeface="Arial Narrow" panose="020B0604020202020204" pitchFamily="34" charset="0"/>
                <a:ea typeface="MS PGothic" panose="020B0600070205080204" pitchFamily="34" charset="-128"/>
              </a:defRPr>
            </a:lvl4pPr>
            <a:lvl5pPr defTabSz="1797050">
              <a:defRPr sz="1200">
                <a:solidFill>
                  <a:schemeClr val="tx1"/>
                </a:solidFill>
                <a:latin typeface="Arial Narrow" panose="020B0604020202020204" pitchFamily="34" charset="0"/>
                <a:ea typeface="MS PGothic" panose="020B0600070205080204" pitchFamily="34" charset="-128"/>
              </a:defRPr>
            </a:lvl5pPr>
            <a:lvl6pPr marL="13700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6pPr>
            <a:lvl7pPr marL="18272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7pPr>
            <a:lvl8pPr marL="22844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8pPr>
            <a:lvl9pPr marL="2741613" indent="377825" defTabSz="1797050" eaLnBrk="0" fontAlgn="base" hangingPunct="0">
              <a:spcBef>
                <a:spcPct val="0"/>
              </a:spcBef>
              <a:spcAft>
                <a:spcPct val="0"/>
              </a:spcAft>
              <a:defRPr sz="1200">
                <a:solidFill>
                  <a:schemeClr val="tx1"/>
                </a:solidFill>
                <a:latin typeface="Arial Narrow" panose="020B0604020202020204" pitchFamily="34" charset="0"/>
                <a:ea typeface="MS PGothic" panose="020B0600070205080204" pitchFamily="34" charset="-128"/>
              </a:defRPr>
            </a:lvl9pPr>
          </a:lstStyle>
          <a:p>
            <a:pPr eaLnBrk="1" hangingPunct="1">
              <a:spcAft>
                <a:spcPts val="848"/>
              </a:spcAft>
              <a:buFont typeface="Wingdings" pitchFamily="2" charset="2"/>
              <a:buChar char="v"/>
            </a:pPr>
            <a:endParaRPr lang="en-US" altLang="en-US" sz="2262">
              <a:solidFill>
                <a:schemeClr val="tx2"/>
              </a:solidFill>
              <a:latin typeface="Arial" panose="020B0604020202020204" pitchFamily="34" charset="0"/>
            </a:endParaRPr>
          </a:p>
        </p:txBody>
      </p:sp>
      <p:sp>
        <p:nvSpPr>
          <p:cNvPr id="5137" name="Text Box 561">
            <a:extLst>
              <a:ext uri="{FF2B5EF4-FFF2-40B4-BE49-F238E27FC236}">
                <a16:creationId xmlns:a16="http://schemas.microsoft.com/office/drawing/2014/main" id="{32574D89-BA89-C7C6-5E80-9A0A3B516774}"/>
              </a:ext>
            </a:extLst>
          </p:cNvPr>
          <p:cNvSpPr txBox="1">
            <a:spLocks noChangeArrowheads="1"/>
          </p:cNvSpPr>
          <p:nvPr/>
        </p:nvSpPr>
        <p:spPr bwMode="auto">
          <a:xfrm>
            <a:off x="14312567" y="17767190"/>
            <a:ext cx="6581972"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2855" tIns="26423" rIns="52855" bIns="26423">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FontTx/>
              <a:buNone/>
            </a:pPr>
            <a:r>
              <a:rPr lang="en-US" altLang="en-US" sz="2545" b="1" dirty="0">
                <a:solidFill>
                  <a:schemeClr val="bg1"/>
                </a:solidFill>
                <a:latin typeface="Times New Roman" panose="02020603050405020304" pitchFamily="18" charset="0"/>
                <a:cs typeface="Times New Roman" panose="02020603050405020304" pitchFamily="18" charset="0"/>
              </a:rPr>
              <a:t>REFERENCES</a:t>
            </a:r>
          </a:p>
        </p:txBody>
      </p:sp>
      <p:sp>
        <p:nvSpPr>
          <p:cNvPr id="5138" name="Text Box 473">
            <a:extLst>
              <a:ext uri="{FF2B5EF4-FFF2-40B4-BE49-F238E27FC236}">
                <a16:creationId xmlns:a16="http://schemas.microsoft.com/office/drawing/2014/main" id="{38F9B2DF-740A-A678-E5CE-4A8FFCDE0025}"/>
              </a:ext>
            </a:extLst>
          </p:cNvPr>
          <p:cNvSpPr txBox="1">
            <a:spLocks noChangeArrowheads="1"/>
          </p:cNvSpPr>
          <p:nvPr/>
        </p:nvSpPr>
        <p:spPr bwMode="auto">
          <a:xfrm>
            <a:off x="463162" y="17775666"/>
            <a:ext cx="6581973"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dirty="0">
                <a:solidFill>
                  <a:schemeClr val="bg1"/>
                </a:solidFill>
                <a:latin typeface="Times New Roman"/>
                <a:ea typeface="MS PGothic"/>
                <a:cs typeface="Times New Roman"/>
              </a:rPr>
              <a:t>APPROACH / DESIGN/ METHODOLOGY</a:t>
            </a:r>
            <a:endParaRPr lang="en-US" altLang="en-US" sz="2545" b="1" dirty="0">
              <a:solidFill>
                <a:schemeClr val="bg1"/>
              </a:solidFill>
              <a:latin typeface="Times New Roman" panose="02020603050405020304" pitchFamily="18" charset="0"/>
              <a:cs typeface="Times New Roman" panose="02020603050405020304" pitchFamily="18" charset="0"/>
            </a:endParaRPr>
          </a:p>
        </p:txBody>
      </p:sp>
      <p:sp>
        <p:nvSpPr>
          <p:cNvPr id="2" name="Text Box 471">
            <a:extLst>
              <a:ext uri="{FF2B5EF4-FFF2-40B4-BE49-F238E27FC236}">
                <a16:creationId xmlns:a16="http://schemas.microsoft.com/office/drawing/2014/main" id="{9CBA673E-18FB-763E-58ED-5D1569164D5A}"/>
              </a:ext>
            </a:extLst>
          </p:cNvPr>
          <p:cNvSpPr txBox="1">
            <a:spLocks noChangeArrowheads="1"/>
          </p:cNvSpPr>
          <p:nvPr/>
        </p:nvSpPr>
        <p:spPr bwMode="auto">
          <a:xfrm>
            <a:off x="7383307" y="17767190"/>
            <a:ext cx="6591088"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dirty="0">
                <a:solidFill>
                  <a:schemeClr val="bg1"/>
                </a:solidFill>
                <a:latin typeface="Times New Roman"/>
                <a:ea typeface="MS PGothic"/>
                <a:cs typeface="Times New Roman"/>
              </a:rPr>
              <a:t>SIMULATION RESULTS</a:t>
            </a:r>
            <a:endParaRPr lang="en-US" altLang="en-US" sz="2545" b="1" dirty="0">
              <a:solidFill>
                <a:schemeClr val="bg1"/>
              </a:solidFill>
              <a:latin typeface="Times New Roman"/>
              <a:cs typeface="Times New Roman"/>
            </a:endParaRPr>
          </a:p>
        </p:txBody>
      </p:sp>
      <p:sp>
        <p:nvSpPr>
          <p:cNvPr id="22" name="Text Box 471">
            <a:extLst>
              <a:ext uri="{FF2B5EF4-FFF2-40B4-BE49-F238E27FC236}">
                <a16:creationId xmlns:a16="http://schemas.microsoft.com/office/drawing/2014/main" id="{9CBA673E-18FB-763E-58ED-5D1569164D5A}"/>
              </a:ext>
            </a:extLst>
          </p:cNvPr>
          <p:cNvSpPr txBox="1">
            <a:spLocks noChangeArrowheads="1"/>
          </p:cNvSpPr>
          <p:nvPr/>
        </p:nvSpPr>
        <p:spPr bwMode="auto">
          <a:xfrm>
            <a:off x="14307938" y="7308869"/>
            <a:ext cx="6581972"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dirty="0">
                <a:solidFill>
                  <a:schemeClr val="bg1"/>
                </a:solidFill>
                <a:latin typeface="Times New Roman"/>
                <a:ea typeface="MS PGothic"/>
                <a:cs typeface="Times New Roman"/>
              </a:rPr>
              <a:t>RESULTS</a:t>
            </a:r>
            <a:endParaRPr lang="en-US" altLang="en-US" sz="2545" b="1" dirty="0">
              <a:solidFill>
                <a:schemeClr val="bg1"/>
              </a:solidFill>
              <a:latin typeface="Times New Roman"/>
              <a:cs typeface="Times New Roman"/>
            </a:endParaRPr>
          </a:p>
        </p:txBody>
      </p:sp>
      <p:sp>
        <p:nvSpPr>
          <p:cNvPr id="6" name="TextBox 5"/>
          <p:cNvSpPr txBox="1"/>
          <p:nvPr/>
        </p:nvSpPr>
        <p:spPr>
          <a:xfrm>
            <a:off x="394877" y="2839055"/>
            <a:ext cx="3700985" cy="522168"/>
          </a:xfrm>
          <a:prstGeom prst="rect">
            <a:avLst/>
          </a:prstGeom>
          <a:solidFill>
            <a:schemeClr val="bg1"/>
          </a:solidFill>
        </p:spPr>
        <p:txBody>
          <a:bodyPr wrap="square" lIns="129261" tIns="64630" rIns="129261" bIns="64630" rtlCol="0" anchor="t">
            <a:spAutoFit/>
          </a:bodyPr>
          <a:lstStyle/>
          <a:p>
            <a:r>
              <a:rPr lang="en-US" sz="2545" dirty="0">
                <a:solidFill>
                  <a:srgbClr val="FF0000"/>
                </a:solidFill>
                <a:latin typeface="Times New Roman"/>
                <a:ea typeface="MS PGothic"/>
                <a:cs typeface="Times New Roman"/>
              </a:rPr>
              <a:t>Batch ID - A2</a:t>
            </a:r>
          </a:p>
        </p:txBody>
      </p:sp>
      <p:pic>
        <p:nvPicPr>
          <p:cNvPr id="3" name="Picture 2"/>
          <p:cNvPicPr>
            <a:picLocks noChangeAspect="1"/>
          </p:cNvPicPr>
          <p:nvPr/>
        </p:nvPicPr>
        <p:blipFill>
          <a:blip r:embed="rId4">
            <a:alphaModFix/>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456431" y="819409"/>
            <a:ext cx="5838956" cy="16706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B0EBE92F-529E-C3A6-8192-A4E4820DF5AA}"/>
              </a:ext>
            </a:extLst>
          </p:cNvPr>
          <p:cNvSpPr txBox="1"/>
          <p:nvPr/>
        </p:nvSpPr>
        <p:spPr>
          <a:xfrm>
            <a:off x="16915348" y="2876124"/>
            <a:ext cx="3700985" cy="522168"/>
          </a:xfrm>
          <a:prstGeom prst="rect">
            <a:avLst/>
          </a:prstGeom>
          <a:solidFill>
            <a:schemeClr val="bg1"/>
          </a:solidFill>
        </p:spPr>
        <p:txBody>
          <a:bodyPr wrap="square" lIns="129261" tIns="64630" rIns="129261" bIns="64630" rtlCol="0" anchor="t">
            <a:spAutoFit/>
          </a:bodyPr>
          <a:lstStyle/>
          <a:p>
            <a:r>
              <a:rPr lang="en-US" sz="2545" dirty="0">
                <a:solidFill>
                  <a:srgbClr val="FF0000"/>
                </a:solidFill>
                <a:latin typeface="Times New Roman"/>
                <a:ea typeface="MS PGothic"/>
                <a:cs typeface="Times New Roman"/>
              </a:rPr>
              <a:t>Exhibition Date:11/10/25</a:t>
            </a:r>
          </a:p>
        </p:txBody>
      </p:sp>
      <p:sp>
        <p:nvSpPr>
          <p:cNvPr id="12" name="TextBox 11">
            <a:extLst>
              <a:ext uri="{FF2B5EF4-FFF2-40B4-BE49-F238E27FC236}">
                <a16:creationId xmlns:a16="http://schemas.microsoft.com/office/drawing/2014/main" id="{278E5F54-F577-D7C6-08D1-EAF14F508751}"/>
              </a:ext>
            </a:extLst>
          </p:cNvPr>
          <p:cNvSpPr txBox="1"/>
          <p:nvPr/>
        </p:nvSpPr>
        <p:spPr>
          <a:xfrm>
            <a:off x="422470" y="14557584"/>
            <a:ext cx="6542142" cy="1175424"/>
          </a:xfrm>
          <a:prstGeom prst="rect">
            <a:avLst/>
          </a:prstGeom>
          <a:noFill/>
        </p:spPr>
        <p:txBody>
          <a:bodyPr wrap="square" lIns="129261" tIns="64630" rIns="129261" bIns="64630" rtlCol="0" anchor="t">
            <a:spAutoFit/>
          </a:bodyPr>
          <a:lstStyle/>
          <a:p>
            <a:r>
              <a:rPr lang="en-US" sz="3395" dirty="0">
                <a:latin typeface="Arial Narrow"/>
                <a:ea typeface="MS PGothic"/>
              </a:rPr>
              <a:t>.</a:t>
            </a:r>
          </a:p>
          <a:p>
            <a:pPr marL="320453" lvl="1" indent="0"/>
            <a:endParaRPr lang="en-US" sz="3395" dirty="0"/>
          </a:p>
        </p:txBody>
      </p:sp>
      <p:sp>
        <p:nvSpPr>
          <p:cNvPr id="30" name="Text Box 490">
            <a:extLst>
              <a:ext uri="{FF2B5EF4-FFF2-40B4-BE49-F238E27FC236}">
                <a16:creationId xmlns:a16="http://schemas.microsoft.com/office/drawing/2014/main" id="{2CA7D74F-D482-F275-34B2-0F6EC16CD6E3}"/>
              </a:ext>
            </a:extLst>
          </p:cNvPr>
          <p:cNvSpPr txBox="1">
            <a:spLocks noChangeArrowheads="1"/>
          </p:cNvSpPr>
          <p:nvPr/>
        </p:nvSpPr>
        <p:spPr bwMode="auto">
          <a:xfrm>
            <a:off x="7383306" y="7297074"/>
            <a:ext cx="6586461" cy="4450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52855" tIns="26423" rIns="52855" bIns="26423" anchor="t">
            <a:spAutoFit/>
          </a:bodyPr>
          <a:lstStyle>
            <a:lvl1pPr defTabSz="373063">
              <a:spcBef>
                <a:spcPct val="20000"/>
              </a:spcBef>
              <a:buChar char="•"/>
              <a:defRPr sz="1200">
                <a:solidFill>
                  <a:schemeClr val="tx2"/>
                </a:solidFill>
                <a:latin typeface="Arial" panose="020B0604020202020204" pitchFamily="34" charset="0"/>
                <a:ea typeface="MS PGothic" panose="020B0600070205080204" pitchFamily="34" charset="-128"/>
              </a:defRPr>
            </a:lvl1pPr>
            <a:lvl2pPr marL="742950" indent="-285750" defTabSz="373063">
              <a:spcBef>
                <a:spcPct val="20000"/>
              </a:spcBef>
              <a:buChar char="–"/>
              <a:defRPr sz="1200">
                <a:solidFill>
                  <a:schemeClr val="tx2"/>
                </a:solidFill>
                <a:latin typeface="Arial" panose="020B0604020202020204" pitchFamily="34" charset="0"/>
                <a:ea typeface="MS PGothic" panose="020B0600070205080204" pitchFamily="34" charset="-128"/>
              </a:defRPr>
            </a:lvl2pPr>
            <a:lvl3pPr marL="1143000" indent="-228600" defTabSz="373063">
              <a:spcBef>
                <a:spcPct val="20000"/>
              </a:spcBef>
              <a:buChar char="•"/>
              <a:defRPr sz="1000">
                <a:solidFill>
                  <a:schemeClr val="tx1"/>
                </a:solidFill>
                <a:latin typeface="Arial" panose="020B0604020202020204" pitchFamily="34" charset="0"/>
                <a:ea typeface="MS PGothic" panose="020B0600070205080204" pitchFamily="34" charset="-128"/>
              </a:defRPr>
            </a:lvl3pPr>
            <a:lvl4pPr marL="16002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4pPr>
            <a:lvl5pPr marL="2057400" indent="-228600" defTabSz="373063">
              <a:spcBef>
                <a:spcPct val="20000"/>
              </a:spcBef>
              <a:buChar char="»"/>
              <a:defRPr sz="800">
                <a:solidFill>
                  <a:schemeClr val="tx1"/>
                </a:solidFill>
                <a:latin typeface="Arial" panose="020B0604020202020204" pitchFamily="34" charset="0"/>
                <a:ea typeface="MS PGothic" panose="020B0600070205080204" pitchFamily="34" charset="-128"/>
              </a:defRPr>
            </a:lvl5pPr>
            <a:lvl6pPr marL="25146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6pPr>
            <a:lvl7pPr marL="29718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7pPr>
            <a:lvl8pPr marL="34290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8pPr>
            <a:lvl9pPr marL="3886200" indent="-228600" defTabSz="373063" eaLnBrk="0" fontAlgn="base" hangingPunct="0">
              <a:spcBef>
                <a:spcPct val="20000"/>
              </a:spcBef>
              <a:spcAft>
                <a:spcPct val="0"/>
              </a:spcAft>
              <a:buChar char="»"/>
              <a:defRPr sz="8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altLang="en-US" sz="2545" b="1" dirty="0">
                <a:solidFill>
                  <a:srgbClr val="F8F8F8"/>
                </a:solidFill>
                <a:latin typeface="Times New Roman"/>
                <a:ea typeface="MS PGothic"/>
                <a:cs typeface="Times New Roman"/>
              </a:rPr>
              <a:t>CIRCUIT DIAGRAM /ALGORITHM</a:t>
            </a:r>
            <a:endParaRPr lang="en-US" altLang="en-US" sz="2545" b="1" dirty="0">
              <a:solidFill>
                <a:srgbClr val="F8F8F8"/>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DB24BB4-E5EF-EB46-E219-728B0759EAC4}"/>
              </a:ext>
            </a:extLst>
          </p:cNvPr>
          <p:cNvSpPr txBox="1"/>
          <p:nvPr/>
        </p:nvSpPr>
        <p:spPr>
          <a:xfrm>
            <a:off x="9560144" y="717485"/>
            <a:ext cx="11056189" cy="1077218"/>
          </a:xfrm>
          <a:prstGeom prst="rect">
            <a:avLst/>
          </a:prstGeom>
          <a:noFill/>
        </p:spPr>
        <p:txBody>
          <a:bodyPr wrap="square" rtlCol="0">
            <a:spAutoFit/>
          </a:bodyPr>
          <a:lstStyle/>
          <a:p>
            <a:pPr algn="r"/>
            <a:r>
              <a:rPr lang="en-US" altLang="en-US" sz="3200" b="1" dirty="0">
                <a:solidFill>
                  <a:schemeClr val="bg2">
                    <a:lumMod val="10000"/>
                  </a:schemeClr>
                </a:solidFill>
                <a:latin typeface="Times New Roman"/>
                <a:ea typeface="MS PGothic"/>
                <a:cs typeface="Times New Roman"/>
              </a:rPr>
              <a:t>Department of Electronics and Communication Engineering</a:t>
            </a:r>
          </a:p>
          <a:p>
            <a:pPr algn="r"/>
            <a:r>
              <a:rPr lang="en-US" altLang="en-US" sz="3200" b="1" dirty="0">
                <a:solidFill>
                  <a:schemeClr val="bg2">
                    <a:lumMod val="10000"/>
                  </a:schemeClr>
                </a:solidFill>
                <a:latin typeface="Times New Roman"/>
                <a:ea typeface="MS PGothic"/>
                <a:cs typeface="Times New Roman"/>
              </a:rPr>
              <a:t>	 Amrita School of Engineering, Coimbatore - 641112</a:t>
            </a:r>
          </a:p>
        </p:txBody>
      </p:sp>
      <p:sp>
        <p:nvSpPr>
          <p:cNvPr id="7" name="TextBox 6">
            <a:extLst>
              <a:ext uri="{FF2B5EF4-FFF2-40B4-BE49-F238E27FC236}">
                <a16:creationId xmlns:a16="http://schemas.microsoft.com/office/drawing/2014/main" id="{6FAC0D08-4D57-7206-FF29-3EBE52F72E04}"/>
              </a:ext>
            </a:extLst>
          </p:cNvPr>
          <p:cNvSpPr txBox="1"/>
          <p:nvPr/>
        </p:nvSpPr>
        <p:spPr>
          <a:xfrm>
            <a:off x="5754173" y="2553117"/>
            <a:ext cx="10801569" cy="1261884"/>
          </a:xfrm>
          <a:prstGeom prst="rect">
            <a:avLst/>
          </a:prstGeom>
          <a:noFill/>
        </p:spPr>
        <p:txBody>
          <a:bodyPr wrap="square" rtlCol="0">
            <a:spAutoFit/>
          </a:bodyPr>
          <a:lstStyle/>
          <a:p>
            <a:pPr marL="93663" lvl="1" indent="-93663" algn="ctr"/>
            <a:r>
              <a:rPr lang="en-US" altLang="en-US" sz="2400" b="1" dirty="0" err="1">
                <a:solidFill>
                  <a:schemeClr val="bg2">
                    <a:lumMod val="10000"/>
                  </a:schemeClr>
                </a:solidFill>
                <a:latin typeface="Times New Roman"/>
                <a:ea typeface="MS PGothic"/>
                <a:cs typeface="Times New Roman"/>
              </a:rPr>
              <a:t>B.Tech</a:t>
            </a:r>
            <a:r>
              <a:rPr lang="en-US" altLang="en-US" sz="2400" b="1" dirty="0">
                <a:solidFill>
                  <a:schemeClr val="bg2">
                    <a:lumMod val="10000"/>
                  </a:schemeClr>
                </a:solidFill>
                <a:latin typeface="Times New Roman"/>
                <a:ea typeface="MS PGothic"/>
                <a:cs typeface="Times New Roman"/>
              </a:rPr>
              <a:t> –ECE</a:t>
            </a:r>
          </a:p>
          <a:p>
            <a:pPr marL="93663" lvl="1" indent="-93663" algn="ctr"/>
            <a:r>
              <a:rPr lang="en-US" altLang="en-US" sz="2400" b="1" dirty="0">
                <a:solidFill>
                  <a:schemeClr val="bg2">
                    <a:lumMod val="10000"/>
                  </a:schemeClr>
                </a:solidFill>
                <a:latin typeface="Times New Roman"/>
                <a:ea typeface="MS PGothic"/>
                <a:cs typeface="Times New Roman"/>
              </a:rPr>
              <a:t>	</a:t>
            </a:r>
            <a:r>
              <a:rPr lang="en-US" altLang="en-US" sz="2800" b="1" dirty="0">
                <a:solidFill>
                  <a:schemeClr val="bg2">
                    <a:lumMod val="10000"/>
                  </a:schemeClr>
                </a:solidFill>
                <a:latin typeface="Times New Roman"/>
                <a:ea typeface="MS PGothic"/>
                <a:cs typeface="Times New Roman"/>
              </a:rPr>
              <a:t>         23ECE381 Open Laboratory – I </a:t>
            </a:r>
          </a:p>
          <a:p>
            <a:endParaRPr lang="en-IN" sz="2400" b="1" dirty="0">
              <a:solidFill>
                <a:schemeClr val="bg2">
                  <a:lumMod val="10000"/>
                </a:schemeClr>
              </a:solidFill>
            </a:endParaRPr>
          </a:p>
        </p:txBody>
      </p:sp>
      <p:sp>
        <p:nvSpPr>
          <p:cNvPr id="9" name="TextBox 8">
            <a:extLst>
              <a:ext uri="{FF2B5EF4-FFF2-40B4-BE49-F238E27FC236}">
                <a16:creationId xmlns:a16="http://schemas.microsoft.com/office/drawing/2014/main" id="{30D19348-427C-DD23-9478-69960516B781}"/>
              </a:ext>
            </a:extLst>
          </p:cNvPr>
          <p:cNvSpPr txBox="1"/>
          <p:nvPr/>
        </p:nvSpPr>
        <p:spPr>
          <a:xfrm>
            <a:off x="544525" y="7780178"/>
            <a:ext cx="6432325" cy="9134808"/>
          </a:xfrm>
          <a:prstGeom prst="rect">
            <a:avLst/>
          </a:prstGeom>
          <a:noFill/>
        </p:spPr>
        <p:txBody>
          <a:bodyPr wrap="square">
            <a:spAutoFit/>
          </a:bodyPr>
          <a:lstStyle/>
          <a:p>
            <a:pPr algn="just">
              <a:buNone/>
            </a:pPr>
            <a:r>
              <a:rPr lang="en-US" sz="2260" dirty="0">
                <a:solidFill>
                  <a:schemeClr val="tx2"/>
                </a:solidFill>
                <a:latin typeface="Times New Roman" panose="02020603050405020304" pitchFamily="18" charset="0"/>
                <a:cs typeface="Times New Roman" panose="02020603050405020304" pitchFamily="18" charset="0"/>
              </a:rPr>
              <a:t>In industrial and laboratory environments, automated color detection and sorting of objects is often performed using microcontroller-based systems, which require programming, firmware, and complex software integration. Such reliance on microcontrollers can increase system cost, complexity, and power consumption, and may limit reliability in harsh or resource-constrained environments.</a:t>
            </a:r>
          </a:p>
          <a:p>
            <a:pPr algn="just">
              <a:buNone/>
            </a:pPr>
            <a:r>
              <a:rPr lang="en-US" sz="2260" dirty="0">
                <a:solidFill>
                  <a:schemeClr val="tx2"/>
                </a:solidFill>
                <a:latin typeface="Times New Roman" panose="02020603050405020304" pitchFamily="18" charset="0"/>
                <a:cs typeface="Times New Roman" panose="02020603050405020304" pitchFamily="18" charset="0"/>
              </a:rPr>
              <a:t>The challenge addressed in this project is to design and implement a real-time, microcontroller-free color detection and sorting system capable of accurately identifying and classifying multiple colors—specifically Red, Green, Blue, Cyan, Yellow, Magenta, and White—using only analog and digital electronic components. The system must operate autonomously, converting reflected light from objects on a conveyor belt into digital signals, and then driving mechanical actuators to sort objects into corresponding bins with precise timing, all without software or embedded programming.</a:t>
            </a:r>
          </a:p>
          <a:p>
            <a:pPr algn="just">
              <a:buNone/>
            </a:pPr>
            <a:r>
              <a:rPr lang="en-US" sz="2260" dirty="0">
                <a:solidFill>
                  <a:schemeClr val="tx2"/>
                </a:solidFill>
                <a:latin typeface="Times New Roman" panose="02020603050405020304" pitchFamily="18" charset="0"/>
                <a:cs typeface="Times New Roman" panose="02020603050405020304" pitchFamily="18" charset="0"/>
              </a:rPr>
              <a:t>This problem requires integrating optical sensing, signal conditioning, voltage comparison, digital logic decoding, and actuator control into a cohesive system that is reliable, low-cost, and capable of real-time operation.</a:t>
            </a:r>
          </a:p>
        </p:txBody>
      </p:sp>
      <p:sp>
        <p:nvSpPr>
          <p:cNvPr id="13" name="TextBox 12">
            <a:extLst>
              <a:ext uri="{FF2B5EF4-FFF2-40B4-BE49-F238E27FC236}">
                <a16:creationId xmlns:a16="http://schemas.microsoft.com/office/drawing/2014/main" id="{179E02EA-7EA7-34E2-DBC6-8A8D299853B1}"/>
              </a:ext>
            </a:extLst>
          </p:cNvPr>
          <p:cNvSpPr txBox="1"/>
          <p:nvPr/>
        </p:nvSpPr>
        <p:spPr>
          <a:xfrm>
            <a:off x="429917" y="18353771"/>
            <a:ext cx="6546933" cy="7395871"/>
          </a:xfrm>
          <a:prstGeom prst="rect">
            <a:avLst/>
          </a:prstGeom>
          <a:noFill/>
        </p:spPr>
        <p:txBody>
          <a:bodyPr wrap="square">
            <a:spAutoFit/>
          </a:bodyPr>
          <a:lstStyle/>
          <a:p>
            <a:pPr marL="342900" indent="-342900">
              <a:buFont typeface="Arial" panose="020B0604020202020204" pitchFamily="34" charset="0"/>
              <a:buChar char="•"/>
            </a:pPr>
            <a:r>
              <a:rPr lang="en-US" sz="2260" b="1" dirty="0">
                <a:solidFill>
                  <a:schemeClr val="tx2"/>
                </a:solidFill>
                <a:latin typeface="Times New Roman" panose="02020603050405020304" pitchFamily="18" charset="0"/>
                <a:cs typeface="Times New Roman" panose="02020603050405020304" pitchFamily="18" charset="0"/>
              </a:rPr>
              <a:t>Illumination:</a:t>
            </a:r>
            <a:r>
              <a:rPr lang="en-US" sz="2260" dirty="0">
                <a:solidFill>
                  <a:schemeClr val="tx2"/>
                </a:solidFill>
                <a:latin typeface="Times New Roman" panose="02020603050405020304" pitchFamily="18" charset="0"/>
                <a:cs typeface="Times New Roman" panose="02020603050405020304" pitchFamily="18" charset="0"/>
              </a:rPr>
              <a:t> A high-intensity white LED provides uniform lighting for objects on a motorized conveyor belt.</a:t>
            </a:r>
          </a:p>
          <a:p>
            <a:pPr marL="342900" indent="-342900">
              <a:buFont typeface="Arial" panose="020B0604020202020204" pitchFamily="34" charset="0"/>
              <a:buChar char="•"/>
            </a:pPr>
            <a:r>
              <a:rPr lang="en-US" sz="2260" b="1" dirty="0">
                <a:solidFill>
                  <a:schemeClr val="tx2"/>
                </a:solidFill>
                <a:latin typeface="Times New Roman" panose="02020603050405020304" pitchFamily="18" charset="0"/>
                <a:cs typeface="Times New Roman" panose="02020603050405020304" pitchFamily="18" charset="0"/>
              </a:rPr>
              <a:t>Optical Sensing:</a:t>
            </a:r>
            <a:r>
              <a:rPr lang="en-US" sz="2260" dirty="0">
                <a:solidFill>
                  <a:schemeClr val="tx2"/>
                </a:solidFill>
                <a:latin typeface="Times New Roman" panose="02020603050405020304" pitchFamily="18" charset="0"/>
                <a:cs typeface="Times New Roman" panose="02020603050405020304" pitchFamily="18" charset="0"/>
              </a:rPr>
              <a:t> Three LDRs behind Red, Green, and Blue filters detect reflected light to isolate RGB components.</a:t>
            </a:r>
          </a:p>
          <a:p>
            <a:pPr marL="342900" indent="-342900">
              <a:buFont typeface="Arial" panose="020B0604020202020204" pitchFamily="34" charset="0"/>
              <a:buChar char="•"/>
            </a:pPr>
            <a:r>
              <a:rPr lang="en-US" sz="2260" b="1" dirty="0">
                <a:solidFill>
                  <a:schemeClr val="tx2"/>
                </a:solidFill>
                <a:latin typeface="Times New Roman" panose="02020603050405020304" pitchFamily="18" charset="0"/>
                <a:cs typeface="Times New Roman" panose="02020603050405020304" pitchFamily="18" charset="0"/>
              </a:rPr>
              <a:t>Analog Signal Conversion &amp; Conditioning:</a:t>
            </a:r>
            <a:r>
              <a:rPr lang="en-US" sz="2260" dirty="0">
                <a:solidFill>
                  <a:schemeClr val="tx2"/>
                </a:solidFill>
                <a:latin typeface="Times New Roman" panose="02020603050405020304" pitchFamily="18" charset="0"/>
                <a:cs typeface="Times New Roman" panose="02020603050405020304" pitchFamily="18" charset="0"/>
              </a:rPr>
              <a:t> LDR resistance changes are converted to analog voltages via voltage dividers.</a:t>
            </a:r>
          </a:p>
          <a:p>
            <a:pPr marL="342900" indent="-342900">
              <a:buFont typeface="Arial" panose="020B0604020202020204" pitchFamily="34" charset="0"/>
              <a:buChar char="•"/>
            </a:pPr>
            <a:r>
              <a:rPr lang="en-US" sz="2260" b="1" dirty="0">
                <a:solidFill>
                  <a:schemeClr val="tx2"/>
                </a:solidFill>
                <a:latin typeface="Times New Roman" panose="02020603050405020304" pitchFamily="18" charset="0"/>
                <a:cs typeface="Times New Roman" panose="02020603050405020304" pitchFamily="18" charset="0"/>
              </a:rPr>
              <a:t>Threshold Detection:</a:t>
            </a:r>
            <a:r>
              <a:rPr lang="en-US" sz="2260" dirty="0">
                <a:solidFill>
                  <a:schemeClr val="tx2"/>
                </a:solidFill>
                <a:latin typeface="Times New Roman" panose="02020603050405020304" pitchFamily="18" charset="0"/>
                <a:cs typeface="Times New Roman" panose="02020603050405020304" pitchFamily="18" charset="0"/>
              </a:rPr>
              <a:t> Comparators compare conditioned signals against reference voltages to produce digital outputs for each color.</a:t>
            </a:r>
          </a:p>
          <a:p>
            <a:pPr marL="342900" indent="-342900">
              <a:buFont typeface="Arial" panose="020B0604020202020204" pitchFamily="34" charset="0"/>
              <a:buChar char="•"/>
            </a:pPr>
            <a:r>
              <a:rPr lang="en-US" sz="2260" b="1" dirty="0">
                <a:solidFill>
                  <a:schemeClr val="tx2"/>
                </a:solidFill>
                <a:latin typeface="Times New Roman" panose="02020603050405020304" pitchFamily="18" charset="0"/>
                <a:cs typeface="Times New Roman" panose="02020603050405020304" pitchFamily="18" charset="0"/>
              </a:rPr>
              <a:t>Digital Decoding:</a:t>
            </a:r>
            <a:r>
              <a:rPr lang="en-US" sz="2260" dirty="0">
                <a:solidFill>
                  <a:schemeClr val="tx2"/>
                </a:solidFill>
                <a:latin typeface="Times New Roman" panose="02020603050405020304" pitchFamily="18" charset="0"/>
                <a:cs typeface="Times New Roman" panose="02020603050405020304" pitchFamily="18" charset="0"/>
              </a:rPr>
              <a:t> The 3-bit RGB code from comparators is decoded via a 3-to-8 line decoder to identify one of eight colors.</a:t>
            </a:r>
          </a:p>
          <a:p>
            <a:pPr marL="342900" indent="-342900">
              <a:buFont typeface="Arial" panose="020B0604020202020204" pitchFamily="34" charset="0"/>
              <a:buChar char="•"/>
            </a:pPr>
            <a:r>
              <a:rPr lang="en-US" sz="2260" b="1" dirty="0">
                <a:solidFill>
                  <a:schemeClr val="tx2"/>
                </a:solidFill>
                <a:latin typeface="Times New Roman" panose="02020603050405020304" pitchFamily="18" charset="0"/>
                <a:cs typeface="Times New Roman" panose="02020603050405020304" pitchFamily="18" charset="0"/>
              </a:rPr>
              <a:t>Actuation &amp; Sorting:</a:t>
            </a:r>
            <a:r>
              <a:rPr lang="en-US" sz="2260" dirty="0">
                <a:solidFill>
                  <a:schemeClr val="tx2"/>
                </a:solidFill>
                <a:latin typeface="Times New Roman" panose="02020603050405020304" pitchFamily="18" charset="0"/>
                <a:cs typeface="Times New Roman" panose="02020603050405020304" pitchFamily="18" charset="0"/>
              </a:rPr>
              <a:t> A 180°servo with 1:2 gearing rotates the top platform 360° to align the correct bin with the conveyor for sorting.</a:t>
            </a:r>
          </a:p>
          <a:p>
            <a:pPr marL="342900" indent="-342900">
              <a:buFont typeface="Arial" panose="020B0604020202020204" pitchFamily="34" charset="0"/>
              <a:buChar char="•"/>
            </a:pPr>
            <a:r>
              <a:rPr lang="en-US" sz="2260" b="1" dirty="0">
                <a:solidFill>
                  <a:schemeClr val="tx2"/>
                </a:solidFill>
                <a:latin typeface="Times New Roman" panose="02020603050405020304" pitchFamily="18" charset="0"/>
                <a:cs typeface="Times New Roman" panose="02020603050405020304" pitchFamily="18" charset="0"/>
              </a:rPr>
              <a:t>Timing Control:</a:t>
            </a:r>
            <a:r>
              <a:rPr lang="en-US" sz="2260" dirty="0">
                <a:solidFill>
                  <a:schemeClr val="tx2"/>
                </a:solidFill>
                <a:latin typeface="Times New Roman" panose="02020603050405020304" pitchFamily="18" charset="0"/>
                <a:cs typeface="Times New Roman" panose="02020603050405020304" pitchFamily="18" charset="0"/>
              </a:rPr>
              <a:t> A 555 timer-based monostable circuit synchronizes object position with servo motor rotation.</a:t>
            </a:r>
          </a:p>
        </p:txBody>
      </p:sp>
      <p:pic>
        <p:nvPicPr>
          <p:cNvPr id="21" name="Picture 20">
            <a:extLst>
              <a:ext uri="{FF2B5EF4-FFF2-40B4-BE49-F238E27FC236}">
                <a16:creationId xmlns:a16="http://schemas.microsoft.com/office/drawing/2014/main" id="{58CE40AB-DFF7-65EE-2C16-AA2BA79F2681}"/>
              </a:ext>
            </a:extLst>
          </p:cNvPr>
          <p:cNvPicPr>
            <a:picLocks noChangeAspect="1"/>
          </p:cNvPicPr>
          <p:nvPr/>
        </p:nvPicPr>
        <p:blipFill>
          <a:blip r:embed="rId6"/>
          <a:stretch>
            <a:fillRect/>
          </a:stretch>
        </p:blipFill>
        <p:spPr>
          <a:xfrm>
            <a:off x="7383306" y="11936244"/>
            <a:ext cx="6564629" cy="5839422"/>
          </a:xfrm>
          <a:prstGeom prst="rect">
            <a:avLst/>
          </a:prstGeom>
        </p:spPr>
      </p:pic>
      <p:grpSp>
        <p:nvGrpSpPr>
          <p:cNvPr id="8" name="Group 7">
            <a:extLst>
              <a:ext uri="{FF2B5EF4-FFF2-40B4-BE49-F238E27FC236}">
                <a16:creationId xmlns:a16="http://schemas.microsoft.com/office/drawing/2014/main" id="{282519AE-1FD6-040A-B0A3-8787A06ACC53}"/>
              </a:ext>
            </a:extLst>
          </p:cNvPr>
          <p:cNvGrpSpPr/>
          <p:nvPr/>
        </p:nvGrpSpPr>
        <p:grpSpPr>
          <a:xfrm>
            <a:off x="8746924" y="7742082"/>
            <a:ext cx="4135699" cy="4194162"/>
            <a:chOff x="8861026" y="7742082"/>
            <a:chExt cx="3611389" cy="3712302"/>
          </a:xfrm>
        </p:grpSpPr>
        <p:pic>
          <p:nvPicPr>
            <p:cNvPr id="26" name="Picture 25">
              <a:extLst>
                <a:ext uri="{FF2B5EF4-FFF2-40B4-BE49-F238E27FC236}">
                  <a16:creationId xmlns:a16="http://schemas.microsoft.com/office/drawing/2014/main" id="{03E42D96-84E1-145F-BCD6-051CAD597CA4}"/>
                </a:ext>
              </a:extLst>
            </p:cNvPr>
            <p:cNvPicPr>
              <a:picLocks noChangeAspect="1"/>
            </p:cNvPicPr>
            <p:nvPr/>
          </p:nvPicPr>
          <p:blipFill>
            <a:blip r:embed="rId7"/>
            <a:stretch>
              <a:fillRect/>
            </a:stretch>
          </p:blipFill>
          <p:spPr>
            <a:xfrm>
              <a:off x="9302425" y="11035191"/>
              <a:ext cx="2651563" cy="419193"/>
            </a:xfrm>
            <a:prstGeom prst="rect">
              <a:avLst/>
            </a:prstGeom>
          </p:spPr>
        </p:pic>
        <p:pic>
          <p:nvPicPr>
            <p:cNvPr id="28" name="Picture 27">
              <a:extLst>
                <a:ext uri="{FF2B5EF4-FFF2-40B4-BE49-F238E27FC236}">
                  <a16:creationId xmlns:a16="http://schemas.microsoft.com/office/drawing/2014/main" id="{6B3BD5AB-5ABA-3E46-4A13-719BD45EC300}"/>
                </a:ext>
              </a:extLst>
            </p:cNvPr>
            <p:cNvPicPr>
              <a:picLocks noChangeAspect="1"/>
            </p:cNvPicPr>
            <p:nvPr/>
          </p:nvPicPr>
          <p:blipFill>
            <a:blip r:embed="rId8"/>
            <a:stretch>
              <a:fillRect/>
            </a:stretch>
          </p:blipFill>
          <p:spPr>
            <a:xfrm>
              <a:off x="11475919" y="8774714"/>
              <a:ext cx="996496" cy="1381129"/>
            </a:xfrm>
            <a:prstGeom prst="rect">
              <a:avLst/>
            </a:prstGeom>
          </p:spPr>
        </p:pic>
        <p:pic>
          <p:nvPicPr>
            <p:cNvPr id="31" name="Picture 30">
              <a:extLst>
                <a:ext uri="{FF2B5EF4-FFF2-40B4-BE49-F238E27FC236}">
                  <a16:creationId xmlns:a16="http://schemas.microsoft.com/office/drawing/2014/main" id="{C924FF7B-F6DF-34C6-76A5-3449CB4AA1BA}"/>
                </a:ext>
              </a:extLst>
            </p:cNvPr>
            <p:cNvPicPr>
              <a:picLocks noChangeAspect="1"/>
            </p:cNvPicPr>
            <p:nvPr/>
          </p:nvPicPr>
          <p:blipFill>
            <a:blip r:embed="rId9"/>
            <a:stretch>
              <a:fillRect/>
            </a:stretch>
          </p:blipFill>
          <p:spPr>
            <a:xfrm>
              <a:off x="10170874" y="8774714"/>
              <a:ext cx="937176" cy="1340327"/>
            </a:xfrm>
            <a:prstGeom prst="rect">
              <a:avLst/>
            </a:prstGeom>
          </p:spPr>
        </p:pic>
        <p:pic>
          <p:nvPicPr>
            <p:cNvPr id="33" name="Picture 32">
              <a:extLst>
                <a:ext uri="{FF2B5EF4-FFF2-40B4-BE49-F238E27FC236}">
                  <a16:creationId xmlns:a16="http://schemas.microsoft.com/office/drawing/2014/main" id="{F753426A-9106-CC85-82C4-697AD8BE93C6}"/>
                </a:ext>
              </a:extLst>
            </p:cNvPr>
            <p:cNvPicPr>
              <a:picLocks noChangeAspect="1"/>
            </p:cNvPicPr>
            <p:nvPr/>
          </p:nvPicPr>
          <p:blipFill>
            <a:blip r:embed="rId10"/>
            <a:stretch>
              <a:fillRect/>
            </a:stretch>
          </p:blipFill>
          <p:spPr>
            <a:xfrm>
              <a:off x="8861026" y="8774714"/>
              <a:ext cx="937176" cy="1348870"/>
            </a:xfrm>
            <a:prstGeom prst="rect">
              <a:avLst/>
            </a:prstGeom>
          </p:spPr>
        </p:pic>
        <p:pic>
          <p:nvPicPr>
            <p:cNvPr id="35" name="Picture 34">
              <a:extLst>
                <a:ext uri="{FF2B5EF4-FFF2-40B4-BE49-F238E27FC236}">
                  <a16:creationId xmlns:a16="http://schemas.microsoft.com/office/drawing/2014/main" id="{CE0A41C7-8AEB-8199-D3ED-F5AAD19F1DDD}"/>
                </a:ext>
              </a:extLst>
            </p:cNvPr>
            <p:cNvPicPr>
              <a:picLocks noChangeAspect="1"/>
            </p:cNvPicPr>
            <p:nvPr/>
          </p:nvPicPr>
          <p:blipFill>
            <a:blip r:embed="rId11"/>
            <a:stretch>
              <a:fillRect/>
            </a:stretch>
          </p:blipFill>
          <p:spPr>
            <a:xfrm>
              <a:off x="9859752" y="10132686"/>
              <a:ext cx="1554618" cy="893402"/>
            </a:xfrm>
            <a:prstGeom prst="rect">
              <a:avLst/>
            </a:prstGeom>
          </p:spPr>
        </p:pic>
        <p:pic>
          <p:nvPicPr>
            <p:cNvPr id="37" name="Picture 36">
              <a:extLst>
                <a:ext uri="{FF2B5EF4-FFF2-40B4-BE49-F238E27FC236}">
                  <a16:creationId xmlns:a16="http://schemas.microsoft.com/office/drawing/2014/main" id="{AB5D1AFB-BA6A-ACDD-1E92-7E5C532C8ED8}"/>
                </a:ext>
              </a:extLst>
            </p:cNvPr>
            <p:cNvPicPr>
              <a:picLocks noChangeAspect="1"/>
            </p:cNvPicPr>
            <p:nvPr/>
          </p:nvPicPr>
          <p:blipFill>
            <a:blip r:embed="rId12"/>
            <a:stretch>
              <a:fillRect/>
            </a:stretch>
          </p:blipFill>
          <p:spPr>
            <a:xfrm>
              <a:off x="9946016" y="7742082"/>
              <a:ext cx="1386893" cy="1014529"/>
            </a:xfrm>
            <a:prstGeom prst="roundRect">
              <a:avLst>
                <a:gd name="adj" fmla="val 16066"/>
              </a:avLst>
            </a:prstGeom>
          </p:spPr>
        </p:pic>
      </p:grpSp>
      <p:pic>
        <p:nvPicPr>
          <p:cNvPr id="42" name="Picture 41">
            <a:extLst>
              <a:ext uri="{FF2B5EF4-FFF2-40B4-BE49-F238E27FC236}">
                <a16:creationId xmlns:a16="http://schemas.microsoft.com/office/drawing/2014/main" id="{55A633A2-8A79-4569-115F-319858F6C54C}"/>
              </a:ext>
            </a:extLst>
          </p:cNvPr>
          <p:cNvPicPr>
            <a:picLocks noChangeAspect="1"/>
          </p:cNvPicPr>
          <p:nvPr/>
        </p:nvPicPr>
        <p:blipFill>
          <a:blip r:embed="rId13"/>
          <a:stretch>
            <a:fillRect/>
          </a:stretch>
        </p:blipFill>
        <p:spPr>
          <a:xfrm>
            <a:off x="7394192" y="26142264"/>
            <a:ext cx="6569408" cy="3308311"/>
          </a:xfrm>
          <a:prstGeom prst="rect">
            <a:avLst/>
          </a:prstGeom>
        </p:spPr>
      </p:pic>
      <p:sp>
        <p:nvSpPr>
          <p:cNvPr id="45" name="TextBox 44">
            <a:extLst>
              <a:ext uri="{FF2B5EF4-FFF2-40B4-BE49-F238E27FC236}">
                <a16:creationId xmlns:a16="http://schemas.microsoft.com/office/drawing/2014/main" id="{F7F1B0A9-51DF-A58F-2C17-586C1AC1FD8E}"/>
              </a:ext>
            </a:extLst>
          </p:cNvPr>
          <p:cNvSpPr txBox="1"/>
          <p:nvPr/>
        </p:nvSpPr>
        <p:spPr>
          <a:xfrm>
            <a:off x="12463538" y="23572088"/>
            <a:ext cx="1364364" cy="353815"/>
          </a:xfrm>
          <a:prstGeom prst="rect">
            <a:avLst/>
          </a:prstGeom>
          <a:noFill/>
        </p:spPr>
        <p:txBody>
          <a:bodyPr wrap="square" rtlCol="0">
            <a:spAutoFit/>
          </a:bodyPr>
          <a:lstStyle/>
          <a:p>
            <a:r>
              <a:rPr lang="en-US" dirty="0"/>
              <a:t>Astable Output</a:t>
            </a:r>
          </a:p>
        </p:txBody>
      </p:sp>
      <p:sp>
        <p:nvSpPr>
          <p:cNvPr id="46" name="TextBox 45">
            <a:extLst>
              <a:ext uri="{FF2B5EF4-FFF2-40B4-BE49-F238E27FC236}">
                <a16:creationId xmlns:a16="http://schemas.microsoft.com/office/drawing/2014/main" id="{EA46F773-3716-576C-749C-357835E46D6A}"/>
              </a:ext>
            </a:extLst>
          </p:cNvPr>
          <p:cNvSpPr txBox="1"/>
          <p:nvPr/>
        </p:nvSpPr>
        <p:spPr>
          <a:xfrm>
            <a:off x="11782009" y="24325012"/>
            <a:ext cx="2201228" cy="353815"/>
          </a:xfrm>
          <a:prstGeom prst="rect">
            <a:avLst/>
          </a:prstGeom>
          <a:noFill/>
        </p:spPr>
        <p:txBody>
          <a:bodyPr wrap="square" rtlCol="0">
            <a:spAutoFit/>
          </a:bodyPr>
          <a:lstStyle/>
          <a:p>
            <a:r>
              <a:rPr lang="en-US" dirty="0"/>
              <a:t>Monostable Trigger Input</a:t>
            </a:r>
          </a:p>
        </p:txBody>
      </p:sp>
      <p:sp>
        <p:nvSpPr>
          <p:cNvPr id="47" name="TextBox 46">
            <a:extLst>
              <a:ext uri="{FF2B5EF4-FFF2-40B4-BE49-F238E27FC236}">
                <a16:creationId xmlns:a16="http://schemas.microsoft.com/office/drawing/2014/main" id="{E8204B7E-3312-685B-A81E-24ED67A1A2C9}"/>
              </a:ext>
            </a:extLst>
          </p:cNvPr>
          <p:cNvSpPr txBox="1"/>
          <p:nvPr/>
        </p:nvSpPr>
        <p:spPr>
          <a:xfrm>
            <a:off x="11862421" y="25762493"/>
            <a:ext cx="2111974" cy="353815"/>
          </a:xfrm>
          <a:prstGeom prst="rect">
            <a:avLst/>
          </a:prstGeom>
          <a:noFill/>
        </p:spPr>
        <p:txBody>
          <a:bodyPr wrap="square" rtlCol="0">
            <a:spAutoFit/>
          </a:bodyPr>
          <a:lstStyle/>
          <a:p>
            <a:r>
              <a:rPr lang="en-US" dirty="0"/>
              <a:t>Servo Motor Pulse Input</a:t>
            </a:r>
          </a:p>
        </p:txBody>
      </p:sp>
      <p:pic>
        <p:nvPicPr>
          <p:cNvPr id="52" name="Picture 51">
            <a:extLst>
              <a:ext uri="{FF2B5EF4-FFF2-40B4-BE49-F238E27FC236}">
                <a16:creationId xmlns:a16="http://schemas.microsoft.com/office/drawing/2014/main" id="{2162878C-EB00-B271-F8C7-30D807393E02}"/>
              </a:ext>
            </a:extLst>
          </p:cNvPr>
          <p:cNvPicPr>
            <a:picLocks noChangeAspect="1"/>
          </p:cNvPicPr>
          <p:nvPr/>
        </p:nvPicPr>
        <p:blipFill>
          <a:blip r:embed="rId14"/>
          <a:srcRect l="4294"/>
          <a:stretch>
            <a:fillRect/>
          </a:stretch>
        </p:blipFill>
        <p:spPr>
          <a:xfrm>
            <a:off x="7387735" y="18210640"/>
            <a:ext cx="3304077" cy="2638272"/>
          </a:xfrm>
          <a:prstGeom prst="rect">
            <a:avLst/>
          </a:prstGeom>
        </p:spPr>
      </p:pic>
      <p:pic>
        <p:nvPicPr>
          <p:cNvPr id="54" name="Picture 53">
            <a:extLst>
              <a:ext uri="{FF2B5EF4-FFF2-40B4-BE49-F238E27FC236}">
                <a16:creationId xmlns:a16="http://schemas.microsoft.com/office/drawing/2014/main" id="{22810450-84F0-8207-3701-EAEC8E96894A}"/>
              </a:ext>
            </a:extLst>
          </p:cNvPr>
          <p:cNvPicPr>
            <a:picLocks noChangeAspect="1"/>
          </p:cNvPicPr>
          <p:nvPr/>
        </p:nvPicPr>
        <p:blipFill>
          <a:blip r:embed="rId15"/>
          <a:srcRect l="4913" r="-303"/>
          <a:stretch>
            <a:fillRect/>
          </a:stretch>
        </p:blipFill>
        <p:spPr>
          <a:xfrm>
            <a:off x="10696240" y="18210640"/>
            <a:ext cx="3278155" cy="2628419"/>
          </a:xfrm>
          <a:prstGeom prst="rect">
            <a:avLst/>
          </a:prstGeom>
        </p:spPr>
      </p:pic>
      <p:pic>
        <p:nvPicPr>
          <p:cNvPr id="56" name="Picture 55">
            <a:extLst>
              <a:ext uri="{FF2B5EF4-FFF2-40B4-BE49-F238E27FC236}">
                <a16:creationId xmlns:a16="http://schemas.microsoft.com/office/drawing/2014/main" id="{999F0B0F-B5A2-747F-7E2D-BFBB44772060}"/>
              </a:ext>
            </a:extLst>
          </p:cNvPr>
          <p:cNvPicPr>
            <a:picLocks noChangeAspect="1"/>
          </p:cNvPicPr>
          <p:nvPr/>
        </p:nvPicPr>
        <p:blipFill>
          <a:blip r:embed="rId16"/>
          <a:stretch>
            <a:fillRect/>
          </a:stretch>
        </p:blipFill>
        <p:spPr>
          <a:xfrm>
            <a:off x="7385520" y="20848912"/>
            <a:ext cx="3308505" cy="2561014"/>
          </a:xfrm>
          <a:prstGeom prst="rect">
            <a:avLst/>
          </a:prstGeom>
        </p:spPr>
      </p:pic>
      <p:pic>
        <p:nvPicPr>
          <p:cNvPr id="58" name="Picture 57">
            <a:extLst>
              <a:ext uri="{FF2B5EF4-FFF2-40B4-BE49-F238E27FC236}">
                <a16:creationId xmlns:a16="http://schemas.microsoft.com/office/drawing/2014/main" id="{D9BD9A79-CA02-903B-C6DC-D9C86AA8E5C2}"/>
              </a:ext>
            </a:extLst>
          </p:cNvPr>
          <p:cNvPicPr>
            <a:picLocks noChangeAspect="1"/>
          </p:cNvPicPr>
          <p:nvPr/>
        </p:nvPicPr>
        <p:blipFill>
          <a:blip r:embed="rId17"/>
          <a:stretch>
            <a:fillRect/>
          </a:stretch>
        </p:blipFill>
        <p:spPr>
          <a:xfrm>
            <a:off x="10690255" y="20837233"/>
            <a:ext cx="3266175" cy="2561014"/>
          </a:xfrm>
          <a:prstGeom prst="rect">
            <a:avLst/>
          </a:prstGeom>
        </p:spPr>
      </p:pic>
      <p:graphicFrame>
        <p:nvGraphicFramePr>
          <p:cNvPr id="60" name="Table 59">
            <a:extLst>
              <a:ext uri="{FF2B5EF4-FFF2-40B4-BE49-F238E27FC236}">
                <a16:creationId xmlns:a16="http://schemas.microsoft.com/office/drawing/2014/main" id="{8DA62F6E-21C5-AFF4-5835-3DB99E111185}"/>
              </a:ext>
            </a:extLst>
          </p:cNvPr>
          <p:cNvGraphicFramePr>
            <a:graphicFrameLocks noGrp="1"/>
          </p:cNvGraphicFramePr>
          <p:nvPr>
            <p:extLst>
              <p:ext uri="{D42A27DB-BD31-4B8C-83A1-F6EECF244321}">
                <p14:modId xmlns:p14="http://schemas.microsoft.com/office/powerpoint/2010/main" val="513171756"/>
              </p:ext>
            </p:extLst>
          </p:nvPr>
        </p:nvGraphicFramePr>
        <p:xfrm>
          <a:off x="15296705" y="12820471"/>
          <a:ext cx="4604437" cy="4946722"/>
        </p:xfrm>
        <a:graphic>
          <a:graphicData uri="http://schemas.openxmlformats.org/drawingml/2006/table">
            <a:tbl>
              <a:tblPr/>
              <a:tblGrid>
                <a:gridCol w="1461941">
                  <a:extLst>
                    <a:ext uri="{9D8B030D-6E8A-4147-A177-3AD203B41FA5}">
                      <a16:colId xmlns:a16="http://schemas.microsoft.com/office/drawing/2014/main" val="3327202045"/>
                    </a:ext>
                  </a:extLst>
                </a:gridCol>
                <a:gridCol w="921799">
                  <a:extLst>
                    <a:ext uri="{9D8B030D-6E8A-4147-A177-3AD203B41FA5}">
                      <a16:colId xmlns:a16="http://schemas.microsoft.com/office/drawing/2014/main" val="2386910470"/>
                    </a:ext>
                  </a:extLst>
                </a:gridCol>
                <a:gridCol w="963699">
                  <a:extLst>
                    <a:ext uri="{9D8B030D-6E8A-4147-A177-3AD203B41FA5}">
                      <a16:colId xmlns:a16="http://schemas.microsoft.com/office/drawing/2014/main" val="1667961644"/>
                    </a:ext>
                  </a:extLst>
                </a:gridCol>
                <a:gridCol w="1256998">
                  <a:extLst>
                    <a:ext uri="{9D8B030D-6E8A-4147-A177-3AD203B41FA5}">
                      <a16:colId xmlns:a16="http://schemas.microsoft.com/office/drawing/2014/main" val="432830642"/>
                    </a:ext>
                  </a:extLst>
                </a:gridCol>
              </a:tblGrid>
              <a:tr h="812066">
                <a:tc>
                  <a:txBody>
                    <a:bodyPr/>
                    <a:lstStyle/>
                    <a:p>
                      <a:pPr>
                        <a:buNone/>
                      </a:pPr>
                      <a:r>
                        <a:rPr lang="en-IN" sz="1300" b="1" dirty="0">
                          <a:solidFill>
                            <a:schemeClr val="tx2"/>
                          </a:solidFill>
                          <a:effectLst/>
                        </a:rPr>
                        <a:t>Servo Rotation (°)</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b="1" dirty="0">
                          <a:solidFill>
                            <a:schemeClr val="tx2"/>
                          </a:solidFill>
                          <a:effectLst/>
                        </a:rPr>
                        <a:t>Pulse Width (ms)</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b="1" dirty="0">
                          <a:solidFill>
                            <a:schemeClr val="tx2"/>
                          </a:solidFill>
                          <a:effectLst/>
                        </a:rPr>
                        <a:t>Resistor Values (R)</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b="1">
                          <a:solidFill>
                            <a:schemeClr val="tx2"/>
                          </a:solidFill>
                          <a:effectLst/>
                        </a:rPr>
                        <a:t>T = 1.1*(R)*C</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855855093"/>
                  </a:ext>
                </a:extLst>
              </a:tr>
              <a:tr h="516832">
                <a:tc>
                  <a:txBody>
                    <a:bodyPr/>
                    <a:lstStyle/>
                    <a:p>
                      <a:pPr>
                        <a:buNone/>
                      </a:pPr>
                      <a:r>
                        <a:rPr lang="en-IN" sz="1300">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dirty="0">
                          <a:solidFill>
                            <a:schemeClr val="tx2"/>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dirty="0">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139372055"/>
                  </a:ext>
                </a:extLst>
              </a:tr>
              <a:tr h="516832">
                <a:tc>
                  <a:txBody>
                    <a:bodyPr/>
                    <a:lstStyle/>
                    <a:p>
                      <a:pPr>
                        <a:buNone/>
                      </a:pPr>
                      <a:r>
                        <a:rPr lang="en-IN" sz="1300">
                          <a:solidFill>
                            <a:schemeClr val="tx2"/>
                          </a:solidFill>
                          <a:effectLst/>
                        </a:rPr>
                        <a:t>22.5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1.125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dirty="0">
                          <a:solidFill>
                            <a:schemeClr val="tx2"/>
                          </a:solidFill>
                          <a:effectLst/>
                        </a:rPr>
                        <a:t>10.23K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dirty="0">
                          <a:solidFill>
                            <a:schemeClr val="tx2"/>
                          </a:solidFill>
                          <a:effectLst/>
                        </a:rPr>
                        <a:t>1.122</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972778141"/>
                  </a:ext>
                </a:extLst>
              </a:tr>
              <a:tr h="516832">
                <a:tc>
                  <a:txBody>
                    <a:bodyPr/>
                    <a:lstStyle/>
                    <a:p>
                      <a:pPr>
                        <a:buNone/>
                      </a:pPr>
                      <a:r>
                        <a:rPr lang="en-IN" sz="1300">
                          <a:solidFill>
                            <a:schemeClr val="tx2"/>
                          </a:solidFill>
                          <a:effectLst/>
                        </a:rPr>
                        <a:t>45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11.36K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1.248</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455782606"/>
                  </a:ext>
                </a:extLst>
              </a:tr>
              <a:tr h="516832">
                <a:tc>
                  <a:txBody>
                    <a:bodyPr/>
                    <a:lstStyle/>
                    <a:p>
                      <a:pPr>
                        <a:buNone/>
                      </a:pPr>
                      <a:r>
                        <a:rPr lang="en-IN" sz="1300">
                          <a:solidFill>
                            <a:schemeClr val="tx2"/>
                          </a:solidFill>
                          <a:effectLst/>
                        </a:rPr>
                        <a:t>67.5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1.375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12.5K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1.375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27539459"/>
                  </a:ext>
                </a:extLst>
              </a:tr>
              <a:tr h="516832">
                <a:tc>
                  <a:txBody>
                    <a:bodyPr/>
                    <a:lstStyle/>
                    <a:p>
                      <a:pPr>
                        <a:buNone/>
                      </a:pPr>
                      <a:r>
                        <a:rPr lang="en-IN" sz="1300">
                          <a:solidFill>
                            <a:schemeClr val="tx2"/>
                          </a:solidFill>
                          <a:effectLst/>
                        </a:rPr>
                        <a:t>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1.500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13.64K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676908734"/>
                  </a:ext>
                </a:extLst>
              </a:tr>
              <a:tr h="516832">
                <a:tc>
                  <a:txBody>
                    <a:bodyPr/>
                    <a:lstStyle/>
                    <a:p>
                      <a:pPr>
                        <a:buNone/>
                      </a:pPr>
                      <a:r>
                        <a:rPr lang="en-IN" sz="1300">
                          <a:solidFill>
                            <a:schemeClr val="tx2"/>
                          </a:solidFill>
                          <a:effectLst/>
                        </a:rPr>
                        <a:t>112.5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1.625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14.77K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1.628</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798636270"/>
                  </a:ext>
                </a:extLst>
              </a:tr>
              <a:tr h="516832">
                <a:tc>
                  <a:txBody>
                    <a:bodyPr/>
                    <a:lstStyle/>
                    <a:p>
                      <a:pPr>
                        <a:buNone/>
                      </a:pPr>
                      <a:r>
                        <a:rPr lang="en-IN" sz="1300">
                          <a:solidFill>
                            <a:schemeClr val="tx2"/>
                          </a:solidFill>
                          <a:effectLst/>
                        </a:rPr>
                        <a:t>135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15.91K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1.749</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65804825"/>
                  </a:ext>
                </a:extLst>
              </a:tr>
              <a:tr h="516832">
                <a:tc>
                  <a:txBody>
                    <a:bodyPr/>
                    <a:lstStyle/>
                    <a:p>
                      <a:pPr>
                        <a:buNone/>
                      </a:pPr>
                      <a:r>
                        <a:rPr lang="en-IN" sz="1300">
                          <a:solidFill>
                            <a:schemeClr val="tx2"/>
                          </a:solidFill>
                          <a:effectLst/>
                        </a:rPr>
                        <a:t>157.5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dirty="0">
                          <a:solidFill>
                            <a:schemeClr val="tx2"/>
                          </a:solidFill>
                          <a:effectLst/>
                        </a:rPr>
                        <a:t>1.875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a:solidFill>
                            <a:schemeClr val="tx2"/>
                          </a:solidFill>
                          <a:effectLst/>
                        </a:rPr>
                        <a:t>17.05K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1300" dirty="0">
                          <a:solidFill>
                            <a:schemeClr val="tx2"/>
                          </a:solidFill>
                          <a:effectLst/>
                        </a:rPr>
                        <a:t>1.8755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691218321"/>
                  </a:ext>
                </a:extLst>
              </a:tr>
            </a:tbl>
          </a:graphicData>
        </a:graphic>
      </p:graphicFrame>
      <p:pic>
        <p:nvPicPr>
          <p:cNvPr id="61" name="Picture 60">
            <a:extLst>
              <a:ext uri="{FF2B5EF4-FFF2-40B4-BE49-F238E27FC236}">
                <a16:creationId xmlns:a16="http://schemas.microsoft.com/office/drawing/2014/main" id="{04D2D216-746D-535D-DFDF-6279455D6846}"/>
              </a:ext>
            </a:extLst>
          </p:cNvPr>
          <p:cNvPicPr>
            <a:picLocks noChangeAspect="1"/>
          </p:cNvPicPr>
          <p:nvPr/>
        </p:nvPicPr>
        <p:blipFill>
          <a:blip r:embed="rId18"/>
          <a:stretch>
            <a:fillRect/>
          </a:stretch>
        </p:blipFill>
        <p:spPr>
          <a:xfrm>
            <a:off x="14435601" y="7859348"/>
            <a:ext cx="3360276" cy="1745583"/>
          </a:xfrm>
          <a:prstGeom prst="rect">
            <a:avLst/>
          </a:prstGeom>
        </p:spPr>
      </p:pic>
      <p:pic>
        <p:nvPicPr>
          <p:cNvPr id="62" name="Picture 61">
            <a:extLst>
              <a:ext uri="{FF2B5EF4-FFF2-40B4-BE49-F238E27FC236}">
                <a16:creationId xmlns:a16="http://schemas.microsoft.com/office/drawing/2014/main" id="{A5908DD6-9ADD-0B24-96F6-E7AD50611C0F}"/>
              </a:ext>
            </a:extLst>
          </p:cNvPr>
          <p:cNvPicPr>
            <a:picLocks noChangeAspect="1"/>
          </p:cNvPicPr>
          <p:nvPr/>
        </p:nvPicPr>
        <p:blipFill>
          <a:blip r:embed="rId19"/>
          <a:stretch>
            <a:fillRect/>
          </a:stretch>
        </p:blipFill>
        <p:spPr>
          <a:xfrm>
            <a:off x="18125790" y="8061729"/>
            <a:ext cx="2610420" cy="1300682"/>
          </a:xfrm>
          <a:prstGeom prst="rect">
            <a:avLst/>
          </a:prstGeom>
        </p:spPr>
      </p:pic>
      <p:sp>
        <p:nvSpPr>
          <p:cNvPr id="1025" name="TextBox 1024">
            <a:extLst>
              <a:ext uri="{FF2B5EF4-FFF2-40B4-BE49-F238E27FC236}">
                <a16:creationId xmlns:a16="http://schemas.microsoft.com/office/drawing/2014/main" id="{6DA52E53-412A-CC7E-AAAC-06DBF71576EA}"/>
              </a:ext>
            </a:extLst>
          </p:cNvPr>
          <p:cNvSpPr txBox="1"/>
          <p:nvPr/>
        </p:nvSpPr>
        <p:spPr>
          <a:xfrm>
            <a:off x="14435601" y="18212198"/>
            <a:ext cx="6331352" cy="10498259"/>
          </a:xfrm>
          <a:prstGeom prst="rect">
            <a:avLst/>
          </a:prstGeom>
          <a:noFill/>
        </p:spPr>
        <p:txBody>
          <a:bodyPr wrap="square" rtlCol="0">
            <a:spAutoFit/>
          </a:bodyPr>
          <a:lstStyle/>
          <a:p>
            <a:pPr algn="just"/>
            <a:r>
              <a:rPr lang="en-IN" sz="2260" dirty="0">
                <a:solidFill>
                  <a:schemeClr val="tx2"/>
                </a:solidFill>
                <a:latin typeface="Times New Roman" panose="02020603050405020304" pitchFamily="18" charset="0"/>
                <a:cs typeface="Times New Roman" panose="02020603050405020304" pitchFamily="18" charset="0"/>
              </a:rPr>
              <a:t>[1] I. Mazumdar, R. Mondal, and S. Pal, “Design and development of a low cost colour sensor and its application in angular position control system of a stepper motor,” Int. J. Electron. Comput. Sci. Eng., vol. 2, no. 4, pp. 1241–1251, 2013.</a:t>
            </a:r>
          </a:p>
          <a:p>
            <a:pPr algn="just"/>
            <a:endParaRPr lang="en-IN" sz="1400" dirty="0">
              <a:solidFill>
                <a:schemeClr val="tx2"/>
              </a:solidFill>
              <a:latin typeface="Times New Roman" panose="02020603050405020304" pitchFamily="18" charset="0"/>
              <a:cs typeface="Times New Roman" panose="02020603050405020304" pitchFamily="18" charset="0"/>
            </a:endParaRPr>
          </a:p>
          <a:p>
            <a:pPr algn="just"/>
            <a:r>
              <a:rPr lang="en-IN" sz="2260" dirty="0">
                <a:solidFill>
                  <a:schemeClr val="tx2"/>
                </a:solidFill>
                <a:latin typeface="Times New Roman" panose="02020603050405020304" pitchFamily="18" charset="0"/>
                <a:cs typeface="Times New Roman" panose="02020603050405020304" pitchFamily="18" charset="0"/>
              </a:rPr>
              <a:t>[2] T. K. Binnar, D. D. Deoghare, P. N. Patil, and V. S. Kulkarni, “Designing of RGB color detector,” Int. J. Recent Dev. Eng. Technol., vol. 3, no. 2, p. 12, Aug. 2014.</a:t>
            </a:r>
          </a:p>
          <a:p>
            <a:pPr algn="just"/>
            <a:endParaRPr lang="en-IN" sz="1200" dirty="0">
              <a:solidFill>
                <a:schemeClr val="tx2"/>
              </a:solidFill>
              <a:latin typeface="Times New Roman" panose="02020603050405020304" pitchFamily="18" charset="0"/>
              <a:cs typeface="Times New Roman" panose="02020603050405020304" pitchFamily="18" charset="0"/>
            </a:endParaRPr>
          </a:p>
          <a:p>
            <a:pPr algn="just"/>
            <a:r>
              <a:rPr lang="en-IN" sz="2260" dirty="0">
                <a:solidFill>
                  <a:schemeClr val="tx2"/>
                </a:solidFill>
                <a:latin typeface="Times New Roman" panose="02020603050405020304" pitchFamily="18" charset="0"/>
                <a:cs typeface="Times New Roman" panose="02020603050405020304" pitchFamily="18" charset="0"/>
              </a:rPr>
              <a:t>[3] M. Petersen et al., “Conveyor line color object sorting using a monochrome camera, colored light and RGB filters,” in Proc. 23rd Annu. Hawaii Int. Conf. Educ., Honolulu, HI, USA, Jan. 4–7, 2025.</a:t>
            </a:r>
          </a:p>
          <a:p>
            <a:pPr algn="just"/>
            <a:endParaRPr lang="en-IN" sz="1400" dirty="0">
              <a:solidFill>
                <a:schemeClr val="tx2"/>
              </a:solidFill>
              <a:latin typeface="Times New Roman" panose="02020603050405020304" pitchFamily="18" charset="0"/>
              <a:cs typeface="Times New Roman" panose="02020603050405020304" pitchFamily="18" charset="0"/>
            </a:endParaRPr>
          </a:p>
          <a:p>
            <a:pPr algn="just"/>
            <a:r>
              <a:rPr lang="en-IN" sz="2260" dirty="0">
                <a:solidFill>
                  <a:schemeClr val="tx2"/>
                </a:solidFill>
                <a:latin typeface="Times New Roman" panose="02020603050405020304" pitchFamily="18" charset="0"/>
                <a:cs typeface="Times New Roman" panose="02020603050405020304" pitchFamily="18" charset="0"/>
              </a:rPr>
              <a:t>[4] A. Amhani and Z. Iqbal, “Automated color sensor system using LDR and RGB LEDs controlled by Arduino,” ARPN J. Eng. Appl. Sci., vol. 12, no. 19, pp. 5532–5535, Oct. 2017.</a:t>
            </a:r>
          </a:p>
          <a:p>
            <a:pPr algn="just"/>
            <a:endParaRPr lang="en-IN" sz="1200" dirty="0">
              <a:solidFill>
                <a:schemeClr val="tx2"/>
              </a:solidFill>
              <a:latin typeface="Times New Roman" panose="02020603050405020304" pitchFamily="18" charset="0"/>
              <a:cs typeface="Times New Roman" panose="02020603050405020304" pitchFamily="18" charset="0"/>
            </a:endParaRPr>
          </a:p>
          <a:p>
            <a:pPr algn="just"/>
            <a:r>
              <a:rPr lang="en-IN" sz="2260" dirty="0">
                <a:solidFill>
                  <a:schemeClr val="tx2"/>
                </a:solidFill>
                <a:latin typeface="Times New Roman" panose="02020603050405020304" pitchFamily="18" charset="0"/>
                <a:cs typeface="Times New Roman" panose="02020603050405020304" pitchFamily="18" charset="0"/>
              </a:rPr>
              <a:t>[5] </a:t>
            </a:r>
            <a:r>
              <a:rPr lang="en-US" sz="2260" dirty="0">
                <a:solidFill>
                  <a:schemeClr val="tx2"/>
                </a:solidFill>
                <a:latin typeface="Times New Roman" panose="02020603050405020304" pitchFamily="18" charset="0"/>
                <a:cs typeface="Times New Roman" panose="02020603050405020304" pitchFamily="18" charset="0"/>
              </a:rPr>
              <a:t>H. Zhang and J. Li, "Design of a low-cost four-channel LDR-based line-follower sensor with transient and external interference compensations," </a:t>
            </a:r>
            <a:r>
              <a:rPr lang="en-US" sz="2260" i="1" dirty="0">
                <a:solidFill>
                  <a:schemeClr val="tx2"/>
                </a:solidFill>
                <a:latin typeface="Times New Roman" panose="02020603050405020304" pitchFamily="18" charset="0"/>
                <a:cs typeface="Times New Roman" panose="02020603050405020304" pitchFamily="18" charset="0"/>
              </a:rPr>
              <a:t>Sensors</a:t>
            </a:r>
            <a:r>
              <a:rPr lang="en-US" sz="2260" dirty="0">
                <a:solidFill>
                  <a:schemeClr val="tx2"/>
                </a:solidFill>
                <a:latin typeface="Times New Roman" panose="02020603050405020304" pitchFamily="18" charset="0"/>
                <a:cs typeface="Times New Roman" panose="02020603050405020304" pitchFamily="18" charset="0"/>
              </a:rPr>
              <a:t>, vol. 20, no. 4, p. 1111, 2020.</a:t>
            </a:r>
          </a:p>
          <a:p>
            <a:endParaRPr lang="en-IN" sz="1400" dirty="0">
              <a:solidFill>
                <a:schemeClr val="tx2"/>
              </a:solidFill>
              <a:latin typeface="Times New Roman" panose="02020603050405020304" pitchFamily="18" charset="0"/>
              <a:cs typeface="Times New Roman" panose="02020603050405020304" pitchFamily="18" charset="0"/>
            </a:endParaRPr>
          </a:p>
          <a:p>
            <a:r>
              <a:rPr lang="en-IN" sz="2260" dirty="0">
                <a:solidFill>
                  <a:schemeClr val="tx2"/>
                </a:solidFill>
                <a:latin typeface="Times New Roman" panose="02020603050405020304" pitchFamily="18" charset="0"/>
                <a:cs typeface="Times New Roman" panose="02020603050405020304" pitchFamily="18" charset="0"/>
              </a:rPr>
              <a:t>[6] Virtual Labs, IIT Roorkee, “Astable and Monostable Multivibrator,” Virtual Labs. [Online]. Available: </a:t>
            </a:r>
            <a:r>
              <a:rPr lang="en-IN" sz="2260" u="sng" dirty="0">
                <a:solidFill>
                  <a:schemeClr val="tx2"/>
                </a:solidFill>
                <a:latin typeface="Times New Roman" panose="02020603050405020304" pitchFamily="18" charset="0"/>
                <a:cs typeface="Times New Roman" panose="02020603050405020304" pitchFamily="18" charset="0"/>
                <a:hlinkClick r:id="rId20">
                  <a:extLst>
                    <a:ext uri="{A12FA001-AC4F-418D-AE19-62706E023703}">
                      <ahyp:hlinkClr xmlns:ahyp="http://schemas.microsoft.com/office/drawing/2018/hyperlinkcolor" val="tx"/>
                    </a:ext>
                  </a:extLst>
                </a:hlinkClick>
              </a:rPr>
              <a:t>https://ae-iitr.vlabs.ac.in/exp/astable-monostable-multivibrator/theory.html</a:t>
            </a:r>
            <a:r>
              <a:rPr lang="en-IN" sz="2260" dirty="0">
                <a:solidFill>
                  <a:schemeClr val="tx2"/>
                </a:solidFill>
                <a:latin typeface="Times New Roman" panose="02020603050405020304" pitchFamily="18" charset="0"/>
                <a:cs typeface="Times New Roman" panose="02020603050405020304" pitchFamily="18" charset="0"/>
              </a:rPr>
              <a:t>. [Accessed: Sep. 18, 2025].</a:t>
            </a:r>
          </a:p>
          <a:p>
            <a:pPr algn="just"/>
            <a:endParaRPr lang="en-IN" sz="2260" dirty="0"/>
          </a:p>
        </p:txBody>
      </p:sp>
      <p:graphicFrame>
        <p:nvGraphicFramePr>
          <p:cNvPr id="10" name="Table 9">
            <a:extLst>
              <a:ext uri="{FF2B5EF4-FFF2-40B4-BE49-F238E27FC236}">
                <a16:creationId xmlns:a16="http://schemas.microsoft.com/office/drawing/2014/main" id="{1EE304FA-F54C-EECC-700D-7C001F23F424}"/>
              </a:ext>
            </a:extLst>
          </p:cNvPr>
          <p:cNvGraphicFramePr>
            <a:graphicFrameLocks noGrp="1"/>
          </p:cNvGraphicFramePr>
          <p:nvPr>
            <p:extLst>
              <p:ext uri="{D42A27DB-BD31-4B8C-83A1-F6EECF244321}">
                <p14:modId xmlns:p14="http://schemas.microsoft.com/office/powerpoint/2010/main" val="1017652330"/>
              </p:ext>
            </p:extLst>
          </p:nvPr>
        </p:nvGraphicFramePr>
        <p:xfrm>
          <a:off x="14406777" y="9638026"/>
          <a:ext cx="6395557" cy="3149350"/>
        </p:xfrm>
        <a:graphic>
          <a:graphicData uri="http://schemas.openxmlformats.org/drawingml/2006/table">
            <a:tbl>
              <a:tblPr/>
              <a:tblGrid>
                <a:gridCol w="913651">
                  <a:extLst>
                    <a:ext uri="{9D8B030D-6E8A-4147-A177-3AD203B41FA5}">
                      <a16:colId xmlns:a16="http://schemas.microsoft.com/office/drawing/2014/main" val="948706005"/>
                    </a:ext>
                  </a:extLst>
                </a:gridCol>
                <a:gridCol w="913651">
                  <a:extLst>
                    <a:ext uri="{9D8B030D-6E8A-4147-A177-3AD203B41FA5}">
                      <a16:colId xmlns:a16="http://schemas.microsoft.com/office/drawing/2014/main" val="3965016745"/>
                    </a:ext>
                  </a:extLst>
                </a:gridCol>
                <a:gridCol w="913651">
                  <a:extLst>
                    <a:ext uri="{9D8B030D-6E8A-4147-A177-3AD203B41FA5}">
                      <a16:colId xmlns:a16="http://schemas.microsoft.com/office/drawing/2014/main" val="3808117660"/>
                    </a:ext>
                  </a:extLst>
                </a:gridCol>
                <a:gridCol w="913651">
                  <a:extLst>
                    <a:ext uri="{9D8B030D-6E8A-4147-A177-3AD203B41FA5}">
                      <a16:colId xmlns:a16="http://schemas.microsoft.com/office/drawing/2014/main" val="4241646376"/>
                    </a:ext>
                  </a:extLst>
                </a:gridCol>
                <a:gridCol w="913651">
                  <a:extLst>
                    <a:ext uri="{9D8B030D-6E8A-4147-A177-3AD203B41FA5}">
                      <a16:colId xmlns:a16="http://schemas.microsoft.com/office/drawing/2014/main" val="3401116292"/>
                    </a:ext>
                  </a:extLst>
                </a:gridCol>
                <a:gridCol w="913651">
                  <a:extLst>
                    <a:ext uri="{9D8B030D-6E8A-4147-A177-3AD203B41FA5}">
                      <a16:colId xmlns:a16="http://schemas.microsoft.com/office/drawing/2014/main" val="725102804"/>
                    </a:ext>
                  </a:extLst>
                </a:gridCol>
                <a:gridCol w="913651">
                  <a:extLst>
                    <a:ext uri="{9D8B030D-6E8A-4147-A177-3AD203B41FA5}">
                      <a16:colId xmlns:a16="http://schemas.microsoft.com/office/drawing/2014/main" val="920949557"/>
                    </a:ext>
                  </a:extLst>
                </a:gridCol>
              </a:tblGrid>
              <a:tr h="502564">
                <a:tc>
                  <a:txBody>
                    <a:bodyPr/>
                    <a:lstStyle/>
                    <a:p>
                      <a:pPr algn="ctr" rtl="0">
                        <a:buNone/>
                      </a:pPr>
                      <a:r>
                        <a:rPr lang="en-US" b="1">
                          <a:solidFill>
                            <a:schemeClr val="tx2"/>
                          </a:solidFill>
                          <a:effectLst/>
                        </a:rPr>
                        <a:t>7 Segment Display Code</a:t>
                      </a:r>
                    </a:p>
                  </a:txBody>
                  <a:tcPr anchor="ctr">
                    <a:lnL w="5105" cap="flat" cmpd="sng" algn="ctr">
                      <a:solidFill>
                        <a:srgbClr val="000000"/>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b="1" dirty="0">
                          <a:solidFill>
                            <a:schemeClr val="tx2"/>
                          </a:solidFill>
                          <a:effectLst/>
                        </a:rPr>
                        <a:t>Blue</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b="1" dirty="0">
                          <a:solidFill>
                            <a:schemeClr val="tx2"/>
                          </a:solidFill>
                          <a:effectLst/>
                        </a:rPr>
                        <a:t>Green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b="1" dirty="0">
                          <a:solidFill>
                            <a:schemeClr val="tx2"/>
                          </a:solidFill>
                          <a:effectLst/>
                        </a:rPr>
                        <a:t>Red</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b="1">
                          <a:solidFill>
                            <a:schemeClr val="tx2"/>
                          </a:solidFill>
                          <a:effectLst/>
                        </a:rPr>
                        <a:t>Output</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b="1">
                          <a:solidFill>
                            <a:schemeClr val="tx2"/>
                          </a:solidFill>
                          <a:effectLst/>
                        </a:rPr>
                        <a:t>Servo Rotation (°)</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b="1">
                          <a:solidFill>
                            <a:schemeClr val="tx2"/>
                          </a:solidFill>
                          <a:effectLst/>
                        </a:rPr>
                        <a:t>Pulse Width (ms)</a:t>
                      </a:r>
                    </a:p>
                  </a:txBody>
                  <a:tcPr anchor="ctr">
                    <a:lnL w="7620" cap="flat" cmpd="sng" algn="ctr">
                      <a:solidFill>
                        <a:srgbClr val="D9D9D9"/>
                      </a:solidFill>
                      <a:prstDash val="solid"/>
                      <a:round/>
                      <a:headEnd type="none" w="med" len="med"/>
                      <a:tailEnd type="none" w="med" len="med"/>
                    </a:lnL>
                    <a:lnR w="5105" cap="flat" cmpd="sng" algn="ctr">
                      <a:solidFill>
                        <a:srgbClr val="000000"/>
                      </a:solidFill>
                      <a:prstDash val="solid"/>
                      <a:round/>
                      <a:headEnd type="none" w="med" len="med"/>
                      <a:tailEnd type="none" w="med" len="med"/>
                    </a:lnR>
                    <a:lnT w="5105" cap="flat" cmpd="sng" algn="ctr">
                      <a:solidFill>
                        <a:srgbClr val="000000"/>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096334379"/>
                  </a:ext>
                </a:extLst>
              </a:tr>
              <a:tr h="278749">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Black</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58507995"/>
                  </a:ext>
                </a:extLst>
              </a:tr>
              <a:tr h="278749">
                <a:tc>
                  <a:txBody>
                    <a:bodyPr/>
                    <a:lstStyle/>
                    <a:p>
                      <a:pPr algn="ctr" rtl="0">
                        <a:buNone/>
                      </a:pPr>
                      <a:r>
                        <a:rPr lang="en-US">
                          <a:solidFill>
                            <a:schemeClr val="tx2"/>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rgbClr val="FF0000"/>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Red</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22.5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1.125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805056725"/>
                  </a:ext>
                </a:extLst>
              </a:tr>
              <a:tr h="278749">
                <a:tc>
                  <a:txBody>
                    <a:bodyPr/>
                    <a:lstStyle/>
                    <a:p>
                      <a:pPr algn="ctr" rtl="0">
                        <a:buNone/>
                      </a:pPr>
                      <a:r>
                        <a:rPr lang="en-US">
                          <a:solidFill>
                            <a:schemeClr val="tx2"/>
                          </a:solidFill>
                          <a:effectLst/>
                        </a:rPr>
                        <a:t>2</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endParaRPr lang="en-US" dirty="0">
                        <a:solidFill>
                          <a:srgbClr val="009A46"/>
                        </a:solidFill>
                        <a:effectLst/>
                      </a:endParaRP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Green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45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29102517"/>
                  </a:ext>
                </a:extLst>
              </a:tr>
              <a:tr h="278749">
                <a:tc>
                  <a:txBody>
                    <a:bodyPr/>
                    <a:lstStyle/>
                    <a:p>
                      <a:pPr algn="ctr" rtl="0">
                        <a:buNone/>
                      </a:pPr>
                      <a:r>
                        <a:rPr lang="en-US" dirty="0">
                          <a:solidFill>
                            <a:schemeClr val="tx2"/>
                          </a:solidFill>
                          <a:effectLst/>
                        </a:rPr>
                        <a:t>3</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endParaRPr lang="en-US" dirty="0">
                        <a:solidFill>
                          <a:srgbClr val="009A46"/>
                        </a:solidFill>
                        <a:effectLst/>
                      </a:endParaRP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rgbClr val="FF0000"/>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Yellow</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67.5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1.375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2473481"/>
                  </a:ext>
                </a:extLst>
              </a:tr>
              <a:tr h="278749">
                <a:tc>
                  <a:txBody>
                    <a:bodyPr/>
                    <a:lstStyle/>
                    <a:p>
                      <a:pPr algn="ctr" rtl="0">
                        <a:buNone/>
                      </a:pPr>
                      <a:r>
                        <a:rPr lang="en-US">
                          <a:solidFill>
                            <a:schemeClr val="tx2"/>
                          </a:solidFill>
                          <a:effectLst/>
                        </a:rPr>
                        <a:t>4</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endParaRPr lang="en-US" dirty="0">
                        <a:solidFill>
                          <a:schemeClr val="tx2"/>
                        </a:solidFill>
                        <a:effectLst/>
                      </a:endParaRP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Blue</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90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1.500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882050438"/>
                  </a:ext>
                </a:extLst>
              </a:tr>
              <a:tr h="278749">
                <a:tc>
                  <a:txBody>
                    <a:bodyPr/>
                    <a:lstStyle/>
                    <a:p>
                      <a:pPr algn="ctr" rtl="0">
                        <a:buNone/>
                      </a:pPr>
                      <a:r>
                        <a:rPr lang="en-US">
                          <a:solidFill>
                            <a:schemeClr val="tx2"/>
                          </a:solidFill>
                          <a:effectLst/>
                        </a:rPr>
                        <a:t>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rgbClr val="FF0000"/>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Magenta</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112.5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1.625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571689993"/>
                  </a:ext>
                </a:extLst>
              </a:tr>
              <a:tr h="278749">
                <a:tc>
                  <a:txBody>
                    <a:bodyPr/>
                    <a:lstStyle/>
                    <a:p>
                      <a:pPr algn="ctr" rtl="0">
                        <a:buNone/>
                      </a:pPr>
                      <a:r>
                        <a:rPr lang="en-US">
                          <a:solidFill>
                            <a:schemeClr val="tx2"/>
                          </a:solidFill>
                          <a:effectLst/>
                        </a:rPr>
                        <a:t>6</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rgbClr val="009A46"/>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0</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Cyan</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135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99166409"/>
                  </a:ext>
                </a:extLst>
              </a:tr>
              <a:tr h="278749">
                <a:tc>
                  <a:txBody>
                    <a:bodyPr/>
                    <a:lstStyle/>
                    <a:p>
                      <a:pPr algn="ctr" rtl="0">
                        <a:buNone/>
                      </a:pPr>
                      <a:r>
                        <a:rPr lang="en-US">
                          <a:solidFill>
                            <a:schemeClr val="tx2"/>
                          </a:solidFill>
                          <a:effectLst/>
                        </a:rPr>
                        <a:t>7</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rgbClr val="00B050"/>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rgbClr val="FF0000"/>
                          </a:solidFill>
                          <a:effectLst/>
                        </a:rPr>
                        <a:t>1</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White</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a:solidFill>
                            <a:schemeClr val="tx2"/>
                          </a:solidFill>
                          <a:effectLst/>
                        </a:rPr>
                        <a:t>157.5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lgn="ctr" rtl="0">
                        <a:buNone/>
                      </a:pPr>
                      <a:r>
                        <a:rPr lang="en-US" dirty="0">
                          <a:solidFill>
                            <a:schemeClr val="tx2"/>
                          </a:solidFill>
                          <a:effectLst/>
                        </a:rPr>
                        <a:t>1.875</a:t>
                      </a:r>
                    </a:p>
                  </a:txBody>
                  <a:tcPr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112976615"/>
                  </a:ext>
                </a:extLst>
              </a:tr>
            </a:tbl>
          </a:graphicData>
        </a:graphic>
      </p:graphicFrame>
      <p:sp>
        <p:nvSpPr>
          <p:cNvPr id="11" name="Rectangle 1">
            <a:extLst>
              <a:ext uri="{FF2B5EF4-FFF2-40B4-BE49-F238E27FC236}">
                <a16:creationId xmlns:a16="http://schemas.microsoft.com/office/drawing/2014/main" id="{D63699D9-277F-B1E7-4388-5AF93BB95FA8}"/>
              </a:ext>
            </a:extLst>
          </p:cNvPr>
          <p:cNvSpPr>
            <a:spLocks noChangeArrowheads="1"/>
          </p:cNvSpPr>
          <p:nvPr/>
        </p:nvSpPr>
        <p:spPr bwMode="auto">
          <a:xfrm>
            <a:off x="14528889" y="8611337"/>
            <a:ext cx="2054097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6" name="Rectangle 35">
            <a:extLst>
              <a:ext uri="{FF2B5EF4-FFF2-40B4-BE49-F238E27FC236}">
                <a16:creationId xmlns:a16="http://schemas.microsoft.com/office/drawing/2014/main" id="{BFF82860-55E2-6687-081B-D4E5DAEA89F4}"/>
              </a:ext>
            </a:extLst>
          </p:cNvPr>
          <p:cNvSpPr/>
          <p:nvPr/>
        </p:nvSpPr>
        <p:spPr bwMode="auto">
          <a:xfrm>
            <a:off x="15327630" y="11650981"/>
            <a:ext cx="895861" cy="266699"/>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a:ln>
                <a:noFill/>
              </a:ln>
              <a:effectLst/>
              <a:latin typeface="Arial Narrow" charset="0"/>
            </a:endParaRPr>
          </a:p>
        </p:txBody>
      </p:sp>
      <p:sp>
        <p:nvSpPr>
          <p:cNvPr id="41" name="Rectangle 40">
            <a:extLst>
              <a:ext uri="{FF2B5EF4-FFF2-40B4-BE49-F238E27FC236}">
                <a16:creationId xmlns:a16="http://schemas.microsoft.com/office/drawing/2014/main" id="{F75C9AEE-502F-7766-CB9F-E4E843ACD5B3}"/>
              </a:ext>
            </a:extLst>
          </p:cNvPr>
          <p:cNvSpPr/>
          <p:nvPr/>
        </p:nvSpPr>
        <p:spPr bwMode="auto">
          <a:xfrm>
            <a:off x="15327630" y="11936244"/>
            <a:ext cx="895861" cy="270497"/>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a:ln>
                <a:noFill/>
              </a:ln>
              <a:effectLst/>
              <a:latin typeface="Arial Narrow" charset="0"/>
            </a:endParaRPr>
          </a:p>
        </p:txBody>
      </p:sp>
      <p:sp>
        <p:nvSpPr>
          <p:cNvPr id="43" name="Rectangle 42">
            <a:extLst>
              <a:ext uri="{FF2B5EF4-FFF2-40B4-BE49-F238E27FC236}">
                <a16:creationId xmlns:a16="http://schemas.microsoft.com/office/drawing/2014/main" id="{00752FFA-787A-7E49-6EC0-80ADD8CD04F2}"/>
              </a:ext>
            </a:extLst>
          </p:cNvPr>
          <p:cNvSpPr/>
          <p:nvPr/>
        </p:nvSpPr>
        <p:spPr bwMode="auto">
          <a:xfrm>
            <a:off x="15327630" y="12223289"/>
            <a:ext cx="895861" cy="266699"/>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a:ln>
                <a:noFill/>
              </a:ln>
              <a:effectLst/>
              <a:latin typeface="Arial Narrow" charset="0"/>
            </a:endParaRPr>
          </a:p>
        </p:txBody>
      </p:sp>
      <p:sp>
        <p:nvSpPr>
          <p:cNvPr id="49" name="Rectangle 48">
            <a:extLst>
              <a:ext uri="{FF2B5EF4-FFF2-40B4-BE49-F238E27FC236}">
                <a16:creationId xmlns:a16="http://schemas.microsoft.com/office/drawing/2014/main" id="{437D4D93-354D-6B1E-B9AA-33542AAAA8AF}"/>
              </a:ext>
            </a:extLst>
          </p:cNvPr>
          <p:cNvSpPr/>
          <p:nvPr/>
        </p:nvSpPr>
        <p:spPr bwMode="auto">
          <a:xfrm>
            <a:off x="15327630" y="12507943"/>
            <a:ext cx="895861" cy="266699"/>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a:ln>
                <a:noFill/>
              </a:ln>
              <a:effectLst/>
              <a:latin typeface="Arial Narrow" charset="0"/>
            </a:endParaRPr>
          </a:p>
        </p:txBody>
      </p:sp>
      <p:sp>
        <p:nvSpPr>
          <p:cNvPr id="50" name="TextBox 49">
            <a:extLst>
              <a:ext uri="{FF2B5EF4-FFF2-40B4-BE49-F238E27FC236}">
                <a16:creationId xmlns:a16="http://schemas.microsoft.com/office/drawing/2014/main" id="{7182D6CB-E01C-5A90-A3A1-13B5186B1E4B}"/>
              </a:ext>
            </a:extLst>
          </p:cNvPr>
          <p:cNvSpPr txBox="1"/>
          <p:nvPr/>
        </p:nvSpPr>
        <p:spPr>
          <a:xfrm>
            <a:off x="15648713" y="11633858"/>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51" name="TextBox 50">
            <a:extLst>
              <a:ext uri="{FF2B5EF4-FFF2-40B4-BE49-F238E27FC236}">
                <a16:creationId xmlns:a16="http://schemas.microsoft.com/office/drawing/2014/main" id="{7BFD0E8F-B728-088C-094A-A1E5E7908483}"/>
              </a:ext>
            </a:extLst>
          </p:cNvPr>
          <p:cNvSpPr txBox="1"/>
          <p:nvPr/>
        </p:nvSpPr>
        <p:spPr>
          <a:xfrm>
            <a:off x="15648713" y="11918970"/>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53" name="TextBox 52">
            <a:extLst>
              <a:ext uri="{FF2B5EF4-FFF2-40B4-BE49-F238E27FC236}">
                <a16:creationId xmlns:a16="http://schemas.microsoft.com/office/drawing/2014/main" id="{5ED82BE7-30B3-09DC-4465-096D61F22C8C}"/>
              </a:ext>
            </a:extLst>
          </p:cNvPr>
          <p:cNvSpPr txBox="1"/>
          <p:nvPr/>
        </p:nvSpPr>
        <p:spPr>
          <a:xfrm>
            <a:off x="15648713" y="12217558"/>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55" name="TextBox 54">
            <a:extLst>
              <a:ext uri="{FF2B5EF4-FFF2-40B4-BE49-F238E27FC236}">
                <a16:creationId xmlns:a16="http://schemas.microsoft.com/office/drawing/2014/main" id="{2B1A2E59-9D08-9B86-CE63-4D46946FADF9}"/>
              </a:ext>
            </a:extLst>
          </p:cNvPr>
          <p:cNvSpPr txBox="1"/>
          <p:nvPr/>
        </p:nvSpPr>
        <p:spPr>
          <a:xfrm>
            <a:off x="15648713" y="12514876"/>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57" name="Rectangle 56">
            <a:extLst>
              <a:ext uri="{FF2B5EF4-FFF2-40B4-BE49-F238E27FC236}">
                <a16:creationId xmlns:a16="http://schemas.microsoft.com/office/drawing/2014/main" id="{D64C3A45-2E1A-7B9D-7E4B-2935D1FACBA5}"/>
              </a:ext>
            </a:extLst>
          </p:cNvPr>
          <p:cNvSpPr/>
          <p:nvPr/>
        </p:nvSpPr>
        <p:spPr bwMode="auto">
          <a:xfrm>
            <a:off x="16238171" y="11079351"/>
            <a:ext cx="906830" cy="278259"/>
          </a:xfrm>
          <a:prstGeom prst="rect">
            <a:avLst/>
          </a:prstGeom>
          <a:solidFill>
            <a:srgbClr val="009A4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63" name="Rectangle 62">
            <a:extLst>
              <a:ext uri="{FF2B5EF4-FFF2-40B4-BE49-F238E27FC236}">
                <a16:creationId xmlns:a16="http://schemas.microsoft.com/office/drawing/2014/main" id="{D44FAD67-F858-114B-9AE3-804328E942E3}"/>
              </a:ext>
            </a:extLst>
          </p:cNvPr>
          <p:cNvSpPr/>
          <p:nvPr/>
        </p:nvSpPr>
        <p:spPr bwMode="auto">
          <a:xfrm>
            <a:off x="16239225" y="11361919"/>
            <a:ext cx="905776" cy="278259"/>
          </a:xfrm>
          <a:prstGeom prst="rect">
            <a:avLst/>
          </a:prstGeom>
          <a:solidFill>
            <a:srgbClr val="009A4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1024" name="TextBox 1023">
            <a:extLst>
              <a:ext uri="{FF2B5EF4-FFF2-40B4-BE49-F238E27FC236}">
                <a16:creationId xmlns:a16="http://schemas.microsoft.com/office/drawing/2014/main" id="{F5543CF3-E22D-3F45-2257-DC87DB00EA37}"/>
              </a:ext>
            </a:extLst>
          </p:cNvPr>
          <p:cNvSpPr txBox="1"/>
          <p:nvPr/>
        </p:nvSpPr>
        <p:spPr>
          <a:xfrm>
            <a:off x="16555742" y="11073454"/>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1026" name="TextBox 1025">
            <a:extLst>
              <a:ext uri="{FF2B5EF4-FFF2-40B4-BE49-F238E27FC236}">
                <a16:creationId xmlns:a16="http://schemas.microsoft.com/office/drawing/2014/main" id="{F829FA13-D2D8-AEB6-A939-375F316DC5BE}"/>
              </a:ext>
            </a:extLst>
          </p:cNvPr>
          <p:cNvSpPr txBox="1"/>
          <p:nvPr/>
        </p:nvSpPr>
        <p:spPr>
          <a:xfrm>
            <a:off x="16558475" y="11355328"/>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1027" name="Rectangle 1026">
            <a:extLst>
              <a:ext uri="{FF2B5EF4-FFF2-40B4-BE49-F238E27FC236}">
                <a16:creationId xmlns:a16="http://schemas.microsoft.com/office/drawing/2014/main" id="{C447E93C-DFC3-2871-E668-44EE3649B952}"/>
              </a:ext>
            </a:extLst>
          </p:cNvPr>
          <p:cNvSpPr/>
          <p:nvPr/>
        </p:nvSpPr>
        <p:spPr bwMode="auto">
          <a:xfrm>
            <a:off x="16238170" y="12218252"/>
            <a:ext cx="902459" cy="278259"/>
          </a:xfrm>
          <a:prstGeom prst="rect">
            <a:avLst/>
          </a:prstGeom>
          <a:solidFill>
            <a:srgbClr val="009A4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1028" name="TextBox 1027">
            <a:extLst>
              <a:ext uri="{FF2B5EF4-FFF2-40B4-BE49-F238E27FC236}">
                <a16:creationId xmlns:a16="http://schemas.microsoft.com/office/drawing/2014/main" id="{3941530C-8714-42A9-B4EA-86CCEF07C297}"/>
              </a:ext>
            </a:extLst>
          </p:cNvPr>
          <p:cNvSpPr txBox="1"/>
          <p:nvPr/>
        </p:nvSpPr>
        <p:spPr>
          <a:xfrm>
            <a:off x="16551371" y="12217558"/>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1029" name="Rectangle 1028">
            <a:extLst>
              <a:ext uri="{FF2B5EF4-FFF2-40B4-BE49-F238E27FC236}">
                <a16:creationId xmlns:a16="http://schemas.microsoft.com/office/drawing/2014/main" id="{13BF2AC3-AB9A-AB7C-904C-0D9EAD6B24EA}"/>
              </a:ext>
            </a:extLst>
          </p:cNvPr>
          <p:cNvSpPr/>
          <p:nvPr/>
        </p:nvSpPr>
        <p:spPr bwMode="auto">
          <a:xfrm>
            <a:off x="16238170" y="12505329"/>
            <a:ext cx="902459" cy="278259"/>
          </a:xfrm>
          <a:prstGeom prst="rect">
            <a:avLst/>
          </a:prstGeom>
          <a:solidFill>
            <a:srgbClr val="009A4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1030" name="TextBox 1029">
            <a:extLst>
              <a:ext uri="{FF2B5EF4-FFF2-40B4-BE49-F238E27FC236}">
                <a16:creationId xmlns:a16="http://schemas.microsoft.com/office/drawing/2014/main" id="{87D27D25-2CE0-1639-332B-EFA0C23B6ACE}"/>
              </a:ext>
            </a:extLst>
          </p:cNvPr>
          <p:cNvSpPr txBox="1"/>
          <p:nvPr/>
        </p:nvSpPr>
        <p:spPr>
          <a:xfrm>
            <a:off x="16551371" y="12499432"/>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1031" name="Rectangle 1030">
            <a:extLst>
              <a:ext uri="{FF2B5EF4-FFF2-40B4-BE49-F238E27FC236}">
                <a16:creationId xmlns:a16="http://schemas.microsoft.com/office/drawing/2014/main" id="{217B10A0-2A5B-231F-B150-DA199801AFA6}"/>
              </a:ext>
            </a:extLst>
          </p:cNvPr>
          <p:cNvSpPr/>
          <p:nvPr/>
        </p:nvSpPr>
        <p:spPr bwMode="auto">
          <a:xfrm>
            <a:off x="17152612" y="10795195"/>
            <a:ext cx="902459" cy="278259"/>
          </a:xfrm>
          <a:prstGeom prst="rect">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1032" name="TextBox 1031">
            <a:extLst>
              <a:ext uri="{FF2B5EF4-FFF2-40B4-BE49-F238E27FC236}">
                <a16:creationId xmlns:a16="http://schemas.microsoft.com/office/drawing/2014/main" id="{DE904E2A-6BCA-7A9E-315F-E39AFB56630B}"/>
              </a:ext>
            </a:extLst>
          </p:cNvPr>
          <p:cNvSpPr txBox="1"/>
          <p:nvPr/>
        </p:nvSpPr>
        <p:spPr>
          <a:xfrm>
            <a:off x="17465813" y="10789298"/>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1033" name="Rectangle 1032">
            <a:extLst>
              <a:ext uri="{FF2B5EF4-FFF2-40B4-BE49-F238E27FC236}">
                <a16:creationId xmlns:a16="http://schemas.microsoft.com/office/drawing/2014/main" id="{E978AAB5-A6DB-0C91-A10F-3B32BADCAD3F}"/>
              </a:ext>
            </a:extLst>
          </p:cNvPr>
          <p:cNvSpPr/>
          <p:nvPr/>
        </p:nvSpPr>
        <p:spPr bwMode="auto">
          <a:xfrm>
            <a:off x="17152496" y="11364840"/>
            <a:ext cx="902459" cy="278259"/>
          </a:xfrm>
          <a:prstGeom prst="rect">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1034" name="TextBox 1033">
            <a:extLst>
              <a:ext uri="{FF2B5EF4-FFF2-40B4-BE49-F238E27FC236}">
                <a16:creationId xmlns:a16="http://schemas.microsoft.com/office/drawing/2014/main" id="{2F06F8A5-52FD-8EBB-3DCB-C063CC55A979}"/>
              </a:ext>
            </a:extLst>
          </p:cNvPr>
          <p:cNvSpPr txBox="1"/>
          <p:nvPr/>
        </p:nvSpPr>
        <p:spPr>
          <a:xfrm>
            <a:off x="17465812" y="11355327"/>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1035" name="Rectangle 1034">
            <a:extLst>
              <a:ext uri="{FF2B5EF4-FFF2-40B4-BE49-F238E27FC236}">
                <a16:creationId xmlns:a16="http://schemas.microsoft.com/office/drawing/2014/main" id="{3CAAC846-4CB1-288A-56BA-51533D2952FB}"/>
              </a:ext>
            </a:extLst>
          </p:cNvPr>
          <p:cNvSpPr/>
          <p:nvPr/>
        </p:nvSpPr>
        <p:spPr bwMode="auto">
          <a:xfrm>
            <a:off x="17152496" y="11934485"/>
            <a:ext cx="902459" cy="278259"/>
          </a:xfrm>
          <a:prstGeom prst="rect">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1036" name="TextBox 1035">
            <a:extLst>
              <a:ext uri="{FF2B5EF4-FFF2-40B4-BE49-F238E27FC236}">
                <a16:creationId xmlns:a16="http://schemas.microsoft.com/office/drawing/2014/main" id="{BCBDB182-B61D-9567-291F-98B8C9B6B4CC}"/>
              </a:ext>
            </a:extLst>
          </p:cNvPr>
          <p:cNvSpPr txBox="1"/>
          <p:nvPr/>
        </p:nvSpPr>
        <p:spPr>
          <a:xfrm>
            <a:off x="17472628" y="11928588"/>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sp>
        <p:nvSpPr>
          <p:cNvPr id="1037" name="Rectangle 1036">
            <a:extLst>
              <a:ext uri="{FF2B5EF4-FFF2-40B4-BE49-F238E27FC236}">
                <a16:creationId xmlns:a16="http://schemas.microsoft.com/office/drawing/2014/main" id="{DAD09C8B-208A-7C62-D9FF-39E26FF5854C}"/>
              </a:ext>
            </a:extLst>
          </p:cNvPr>
          <p:cNvSpPr/>
          <p:nvPr/>
        </p:nvSpPr>
        <p:spPr bwMode="auto">
          <a:xfrm>
            <a:off x="17152425" y="12502162"/>
            <a:ext cx="902459" cy="278259"/>
          </a:xfrm>
          <a:prstGeom prst="rect">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en-US" sz="4000" b="0" i="0" u="none" strike="noStrike" cap="none" normalizeH="0" baseline="0" dirty="0">
              <a:ln>
                <a:noFill/>
              </a:ln>
              <a:effectLst/>
              <a:latin typeface="Arial Narrow" charset="0"/>
            </a:endParaRPr>
          </a:p>
        </p:txBody>
      </p:sp>
      <p:sp>
        <p:nvSpPr>
          <p:cNvPr id="1038" name="TextBox 1037">
            <a:extLst>
              <a:ext uri="{FF2B5EF4-FFF2-40B4-BE49-F238E27FC236}">
                <a16:creationId xmlns:a16="http://schemas.microsoft.com/office/drawing/2014/main" id="{93FA6BFE-AA92-6766-55E4-CC23C406B981}"/>
              </a:ext>
            </a:extLst>
          </p:cNvPr>
          <p:cNvSpPr txBox="1"/>
          <p:nvPr/>
        </p:nvSpPr>
        <p:spPr>
          <a:xfrm>
            <a:off x="17472628" y="12495528"/>
            <a:ext cx="261847" cy="287771"/>
          </a:xfrm>
          <a:prstGeom prst="rect">
            <a:avLst/>
          </a:prstGeom>
          <a:noFill/>
        </p:spPr>
        <p:txBody>
          <a:bodyPr wrap="square" rtlCol="0">
            <a:spAutoFit/>
          </a:bodyPr>
          <a:lstStyle/>
          <a:p>
            <a:r>
              <a:rPr lang="en-US" sz="1270" dirty="0">
                <a:solidFill>
                  <a:schemeClr val="tx2"/>
                </a:solidFill>
                <a:latin typeface="Times New Roman" panose="02020603050405020304" pitchFamily="18" charset="0"/>
                <a:cs typeface="Times New Roman" panose="02020603050405020304" pitchFamily="18" charset="0"/>
              </a:rPr>
              <a:t>1</a:t>
            </a:r>
          </a:p>
        </p:txBody>
      </p:sp>
      <p:pic>
        <p:nvPicPr>
          <p:cNvPr id="1042" name="Picture 1041">
            <a:extLst>
              <a:ext uri="{FF2B5EF4-FFF2-40B4-BE49-F238E27FC236}">
                <a16:creationId xmlns:a16="http://schemas.microsoft.com/office/drawing/2014/main" id="{68380964-A97A-0736-7CA0-FD8070E9277C}"/>
              </a:ext>
            </a:extLst>
          </p:cNvPr>
          <p:cNvPicPr>
            <a:picLocks noChangeAspect="1"/>
          </p:cNvPicPr>
          <p:nvPr/>
        </p:nvPicPr>
        <p:blipFill>
          <a:blip r:embed="rId21"/>
          <a:stretch>
            <a:fillRect/>
          </a:stretch>
        </p:blipFill>
        <p:spPr>
          <a:xfrm>
            <a:off x="1058788" y="26097429"/>
            <a:ext cx="5212057" cy="3541831"/>
          </a:xfrm>
          <a:prstGeom prst="rect">
            <a:avLst/>
          </a:prstGeom>
        </p:spPr>
      </p:pic>
    </p:spTree>
  </p:cSld>
  <p:clrMapOvr>
    <a:masterClrMapping/>
  </p:clrMapOvr>
</p:sld>
</file>

<file path=ppt/theme/theme1.xml><?xml version="1.0" encoding="utf-8"?>
<a:theme xmlns:a="http://schemas.openxmlformats.org/drawingml/2006/main" name="Custom Design">
  <a:themeElements>
    <a:clrScheme name="ResearchPosters Default">
      <a:dk1>
        <a:srgbClr val="1BADCF"/>
      </a:dk1>
      <a:lt1>
        <a:srgbClr val="FFFFFF"/>
      </a:lt1>
      <a:dk2>
        <a:srgbClr val="000000"/>
      </a:dk2>
      <a:lt2>
        <a:srgbClr val="F4F1E9"/>
      </a:lt2>
      <a:accent1>
        <a:srgbClr val="D7D7D7"/>
      </a:accent1>
      <a:accent2>
        <a:srgbClr val="0D5667"/>
      </a:accent2>
      <a:accent3>
        <a:srgbClr val="14819B"/>
      </a:accent3>
      <a:accent4>
        <a:srgbClr val="000000"/>
      </a:accent4>
      <a:accent5>
        <a:srgbClr val="CEF0F8"/>
      </a:accent5>
      <a:accent6>
        <a:srgbClr val="BF9000"/>
      </a:accent6>
      <a:hlink>
        <a:srgbClr val="6CD3EB"/>
      </a:hlink>
      <a:folHlink>
        <a:srgbClr val="FFC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Default">
      <a:dk1>
        <a:srgbClr val="1BADCF"/>
      </a:dk1>
      <a:lt1>
        <a:srgbClr val="FFFFFF"/>
      </a:lt1>
      <a:dk2>
        <a:srgbClr val="000000"/>
      </a:dk2>
      <a:lt2>
        <a:srgbClr val="F4F1E9"/>
      </a:lt2>
      <a:accent1>
        <a:srgbClr val="D7D7D7"/>
      </a:accent1>
      <a:accent2>
        <a:srgbClr val="003466"/>
      </a:accent2>
      <a:accent3>
        <a:srgbClr val="D2D9E1"/>
      </a:accent3>
      <a:accent4>
        <a:srgbClr val="000000"/>
      </a:accent4>
      <a:accent5>
        <a:srgbClr val="CEF0F8"/>
      </a:accent5>
      <a:accent6>
        <a:srgbClr val="002E5C"/>
      </a:accent6>
      <a:hlink>
        <a:srgbClr val="6CD3EB"/>
      </a:hlink>
      <a:folHlink>
        <a:srgbClr val="FFC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1128</TotalTime>
  <Words>876</Words>
  <Application>Microsoft Office PowerPoint</Application>
  <PresentationFormat>Custom</PresentationFormat>
  <Paragraphs>150</Paragraphs>
  <Slides>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Arial Narrow</vt:lpstr>
      <vt:lpstr>Times New Roman</vt:lpstr>
      <vt:lpstr>Wingdings</vt:lpstr>
      <vt:lpstr>Custom Design</vt:lpstr>
      <vt:lpstr>1_Custom Design</vt:lpstr>
      <vt:lpstr>2_Custom Design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 Portrait Poster Template</dc:title>
  <dc:subject>Free PowerPoint poster templates</dc:subject>
  <dc:creator>Copywrite Digital - Tralee - 066 7128671</dc:creator>
  <cp:keywords>poster presentation, poster design, poster template</cp:keywords>
  <cp:lastModifiedBy>Ezhilkirthik M</cp:lastModifiedBy>
  <cp:revision>19</cp:revision>
  <cp:lastPrinted>2009-11-10T08:04:03Z</cp:lastPrinted>
  <dcterms:created xsi:type="dcterms:W3CDTF">2009-11-10T07:29:27Z</dcterms:created>
  <dcterms:modified xsi:type="dcterms:W3CDTF">2025-10-10T10:05:33Z</dcterms:modified>
  <cp:category>Powerpoint poster templates</cp:category>
</cp:coreProperties>
</file>